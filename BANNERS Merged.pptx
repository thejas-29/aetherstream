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18288000"/>
  <p:notesSz cx="12192000" cy="1828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5669280"/>
            <a:ext cx="10363200" cy="384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10241280"/>
            <a:ext cx="8534400" cy="457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4206240"/>
            <a:ext cx="5303520" cy="1207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4206240"/>
            <a:ext cx="5303520" cy="1207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731520"/>
            <a:ext cx="10972800" cy="292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4206240"/>
            <a:ext cx="10972800" cy="1207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17007840"/>
            <a:ext cx="3901440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17007840"/>
            <a:ext cx="2804160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17007840"/>
            <a:ext cx="2804160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jp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Relationship Id="rId20" Type="http://schemas.openxmlformats.org/officeDocument/2006/relationships/image" Target="../media/image53.png"/><Relationship Id="rId21" Type="http://schemas.openxmlformats.org/officeDocument/2006/relationships/image" Target="../media/image54.png"/><Relationship Id="rId22" Type="http://schemas.openxmlformats.org/officeDocument/2006/relationships/image" Target="../media/image55.png"/><Relationship Id="rId23" Type="http://schemas.openxmlformats.org/officeDocument/2006/relationships/image" Target="../media/image56.png"/><Relationship Id="rId24" Type="http://schemas.openxmlformats.org/officeDocument/2006/relationships/image" Target="../media/image57.png"/><Relationship Id="rId25" Type="http://schemas.openxmlformats.org/officeDocument/2006/relationships/image" Target="../media/image24.png"/><Relationship Id="rId26" Type="http://schemas.openxmlformats.org/officeDocument/2006/relationships/image" Target="../media/image25.jp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58.jpg"/><Relationship Id="rId30" Type="http://schemas.openxmlformats.org/officeDocument/2006/relationships/image" Target="../media/image59.jpg"/><Relationship Id="rId31" Type="http://schemas.openxmlformats.org/officeDocument/2006/relationships/image" Target="../media/image60.jpg"/><Relationship Id="rId32" Type="http://schemas.openxmlformats.org/officeDocument/2006/relationships/image" Target="../media/image61.jpg"/><Relationship Id="rId33" Type="http://schemas.openxmlformats.org/officeDocument/2006/relationships/image" Target="../media/image62.jpg"/><Relationship Id="rId34" Type="http://schemas.openxmlformats.org/officeDocument/2006/relationships/image" Target="../media/image63.jpg"/><Relationship Id="rId35" Type="http://schemas.openxmlformats.org/officeDocument/2006/relationships/image" Target="../media/image64.jpg"/><Relationship Id="rId36" Type="http://schemas.openxmlformats.org/officeDocument/2006/relationships/image" Target="../media/image65.jpg"/><Relationship Id="rId37" Type="http://schemas.openxmlformats.org/officeDocument/2006/relationships/image" Target="../media/image66.jpg"/><Relationship Id="rId38" Type="http://schemas.openxmlformats.org/officeDocument/2006/relationships/image" Target="../media/image67.jpg"/><Relationship Id="rId39" Type="http://schemas.openxmlformats.org/officeDocument/2006/relationships/image" Target="../media/image68.jpg"/><Relationship Id="rId40" Type="http://schemas.openxmlformats.org/officeDocument/2006/relationships/image" Target="../media/image69.jpg"/><Relationship Id="rId41" Type="http://schemas.openxmlformats.org/officeDocument/2006/relationships/image" Target="../media/image70.jpg"/><Relationship Id="rId42" Type="http://schemas.openxmlformats.org/officeDocument/2006/relationships/image" Target="../media/image7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.jp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13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Relationship Id="rId21" Type="http://schemas.openxmlformats.org/officeDocument/2006/relationships/image" Target="../media/image87.png"/><Relationship Id="rId22" Type="http://schemas.openxmlformats.org/officeDocument/2006/relationships/image" Target="../media/image88.png"/><Relationship Id="rId23" Type="http://schemas.openxmlformats.org/officeDocument/2006/relationships/image" Target="../media/image89.png"/><Relationship Id="rId24" Type="http://schemas.openxmlformats.org/officeDocument/2006/relationships/image" Target="../media/image90.png"/><Relationship Id="rId25" Type="http://schemas.openxmlformats.org/officeDocument/2006/relationships/image" Target="../media/image91.png"/><Relationship Id="rId26" Type="http://schemas.openxmlformats.org/officeDocument/2006/relationships/image" Target="../media/image25.jpg"/><Relationship Id="rId27" Type="http://schemas.openxmlformats.org/officeDocument/2006/relationships/image" Target="../media/image92.jpg"/><Relationship Id="rId28" Type="http://schemas.openxmlformats.org/officeDocument/2006/relationships/image" Target="../media/image93.jpg"/><Relationship Id="rId29" Type="http://schemas.openxmlformats.org/officeDocument/2006/relationships/image" Target="../media/image94.jpg"/><Relationship Id="rId30" Type="http://schemas.openxmlformats.org/officeDocument/2006/relationships/image" Target="../media/image95.jpg"/><Relationship Id="rId31" Type="http://schemas.openxmlformats.org/officeDocument/2006/relationships/image" Target="../media/image96.png"/><Relationship Id="rId32" Type="http://schemas.openxmlformats.org/officeDocument/2006/relationships/image" Target="../media/image97.jpg"/><Relationship Id="rId33" Type="http://schemas.openxmlformats.org/officeDocument/2006/relationships/image" Target="../media/image98.jpg"/><Relationship Id="rId34" Type="http://schemas.openxmlformats.org/officeDocument/2006/relationships/image" Target="../media/image99.jpg"/><Relationship Id="rId35" Type="http://schemas.openxmlformats.org/officeDocument/2006/relationships/image" Target="../media/image100.jpg"/><Relationship Id="rId36" Type="http://schemas.openxmlformats.org/officeDocument/2006/relationships/image" Target="../media/image101.jpg"/><Relationship Id="rId37" Type="http://schemas.openxmlformats.org/officeDocument/2006/relationships/image" Target="../media/image102.png"/><Relationship Id="rId38" Type="http://schemas.openxmlformats.org/officeDocument/2006/relationships/image" Target="../media/image103.png"/><Relationship Id="rId39" Type="http://schemas.openxmlformats.org/officeDocument/2006/relationships/image" Target="../media/image104.png"/><Relationship Id="rId40" Type="http://schemas.openxmlformats.org/officeDocument/2006/relationships/image" Target="../media/image105.png"/><Relationship Id="rId41" Type="http://schemas.openxmlformats.org/officeDocument/2006/relationships/image" Target="../media/image106.png"/><Relationship Id="rId42" Type="http://schemas.openxmlformats.org/officeDocument/2006/relationships/image" Target="../media/image10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jp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Relationship Id="rId15" Type="http://schemas.openxmlformats.org/officeDocument/2006/relationships/image" Target="../media/image121.png"/><Relationship Id="rId16" Type="http://schemas.openxmlformats.org/officeDocument/2006/relationships/image" Target="../media/image122.png"/><Relationship Id="rId17" Type="http://schemas.openxmlformats.org/officeDocument/2006/relationships/image" Target="../media/image123.png"/><Relationship Id="rId18" Type="http://schemas.openxmlformats.org/officeDocument/2006/relationships/image" Target="../media/image124.jp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125.jpg"/><Relationship Id="rId22" Type="http://schemas.openxmlformats.org/officeDocument/2006/relationships/image" Target="../media/image126.jpg"/><Relationship Id="rId23" Type="http://schemas.openxmlformats.org/officeDocument/2006/relationships/image" Target="../media/image127.jpg"/><Relationship Id="rId24" Type="http://schemas.openxmlformats.org/officeDocument/2006/relationships/image" Target="../media/image128.jpg"/><Relationship Id="rId25" Type="http://schemas.openxmlformats.org/officeDocument/2006/relationships/image" Target="../media/image129.jpg"/><Relationship Id="rId26" Type="http://schemas.openxmlformats.org/officeDocument/2006/relationships/image" Target="../media/image130.jpg"/><Relationship Id="rId27" Type="http://schemas.openxmlformats.org/officeDocument/2006/relationships/image" Target="../media/image131.jpg"/><Relationship Id="rId28" Type="http://schemas.openxmlformats.org/officeDocument/2006/relationships/image" Target="../media/image132.jpg"/><Relationship Id="rId29" Type="http://schemas.openxmlformats.org/officeDocument/2006/relationships/image" Target="../media/image133.jpg"/><Relationship Id="rId30" Type="http://schemas.openxmlformats.org/officeDocument/2006/relationships/image" Target="../media/image134.jpg"/><Relationship Id="rId31" Type="http://schemas.openxmlformats.org/officeDocument/2006/relationships/image" Target="../media/image135.png"/><Relationship Id="rId32" Type="http://schemas.openxmlformats.org/officeDocument/2006/relationships/image" Target="../media/image136.jpg"/><Relationship Id="rId33" Type="http://schemas.openxmlformats.org/officeDocument/2006/relationships/image" Target="../media/image137.jpg"/><Relationship Id="rId34" Type="http://schemas.openxmlformats.org/officeDocument/2006/relationships/image" Target="../media/image13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1110" y="524081"/>
            <a:ext cx="6137910" cy="120840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1090"/>
              </a:spcBef>
            </a:pP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P</a:t>
            </a:r>
            <a:r>
              <a:rPr dirty="0" sz="2800" spc="-17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</a:t>
            </a:r>
            <a:r>
              <a:rPr dirty="0" sz="2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S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College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of</a:t>
            </a:r>
            <a:r>
              <a:rPr dirty="0" sz="2800" spc="-3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Engineering,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1F487C"/>
                </a:solidFill>
                <a:latin typeface="Times New Roman"/>
                <a:cs typeface="Times New Roman"/>
              </a:rPr>
              <a:t>Mandya</a:t>
            </a:r>
            <a:endParaRPr sz="2800">
              <a:latin typeface="Times New Roman"/>
              <a:cs typeface="Times New Roman"/>
            </a:endParaRPr>
          </a:p>
          <a:p>
            <a:pPr algn="ctr" marL="12065" marR="5080">
              <a:lnSpc>
                <a:spcPct val="100000"/>
              </a:lnSpc>
              <a:spcBef>
                <a:spcPts val="640"/>
              </a:spcBef>
            </a:pP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AN</a:t>
            </a:r>
            <a:r>
              <a:rPr dirty="0" sz="1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(AUTONOMOUS</a:t>
            </a:r>
            <a:r>
              <a:rPr dirty="0" sz="1800" spc="-2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INSTITUTE</a:t>
            </a:r>
            <a:r>
              <a:rPr dirty="0" sz="1800" spc="-3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UNDER</a:t>
            </a:r>
            <a:r>
              <a:rPr dirty="0" sz="1800" spc="-6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45" b="1">
                <a:solidFill>
                  <a:srgbClr val="1F487C"/>
                </a:solidFill>
                <a:latin typeface="Times New Roman"/>
                <a:cs typeface="Times New Roman"/>
              </a:rPr>
              <a:t>VISVESVARAYA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TECHNOLOGICAL</a:t>
            </a:r>
            <a:r>
              <a:rPr dirty="0" sz="1800" spc="-9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F487C"/>
                </a:solidFill>
                <a:latin typeface="Times New Roman"/>
                <a:cs typeface="Times New Roman"/>
              </a:rPr>
              <a:t>UNIVERSITY,</a:t>
            </a:r>
            <a:r>
              <a:rPr dirty="0" sz="1800" spc="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BELAGAVI)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81355" y="492379"/>
            <a:ext cx="11618595" cy="17608550"/>
            <a:chOff x="281355" y="492379"/>
            <a:chExt cx="11618595" cy="17608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355" y="492379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2863" y="492379"/>
              <a:ext cx="1905000" cy="190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68" y="5333994"/>
              <a:ext cx="11558030" cy="23576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79831" y="5349240"/>
              <a:ext cx="11485245" cy="2286000"/>
            </a:xfrm>
            <a:custGeom>
              <a:avLst/>
              <a:gdLst/>
              <a:ahLst/>
              <a:cxnLst/>
              <a:rect l="l" t="t" r="r" b="b"/>
              <a:pathLst>
                <a:path w="11485245" h="2286000">
                  <a:moveTo>
                    <a:pt x="11104143" y="0"/>
                  </a:moveTo>
                  <a:lnTo>
                    <a:pt x="381000" y="0"/>
                  </a:lnTo>
                  <a:lnTo>
                    <a:pt x="333207" y="2968"/>
                  </a:lnTo>
                  <a:lnTo>
                    <a:pt x="287185" y="11634"/>
                  </a:lnTo>
                  <a:lnTo>
                    <a:pt x="243293" y="25643"/>
                  </a:lnTo>
                  <a:lnTo>
                    <a:pt x="201887" y="44636"/>
                  </a:lnTo>
                  <a:lnTo>
                    <a:pt x="163323" y="68257"/>
                  </a:lnTo>
                  <a:lnTo>
                    <a:pt x="127960" y="96149"/>
                  </a:lnTo>
                  <a:lnTo>
                    <a:pt x="96153" y="127955"/>
                  </a:lnTo>
                  <a:lnTo>
                    <a:pt x="68260" y="163318"/>
                  </a:lnTo>
                  <a:lnTo>
                    <a:pt x="44638" y="201881"/>
                  </a:lnTo>
                  <a:lnTo>
                    <a:pt x="25644" y="243288"/>
                  </a:lnTo>
                  <a:lnTo>
                    <a:pt x="11635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0" y="1905000"/>
                  </a:lnTo>
                  <a:lnTo>
                    <a:pt x="2968" y="1952795"/>
                  </a:lnTo>
                  <a:lnTo>
                    <a:pt x="11635" y="1998818"/>
                  </a:lnTo>
                  <a:lnTo>
                    <a:pt x="25644" y="2042711"/>
                  </a:lnTo>
                  <a:lnTo>
                    <a:pt x="44638" y="2084118"/>
                  </a:lnTo>
                  <a:lnTo>
                    <a:pt x="68260" y="2122681"/>
                  </a:lnTo>
                  <a:lnTo>
                    <a:pt x="96153" y="2158044"/>
                  </a:lnTo>
                  <a:lnTo>
                    <a:pt x="127960" y="2189850"/>
                  </a:lnTo>
                  <a:lnTo>
                    <a:pt x="163323" y="2217742"/>
                  </a:lnTo>
                  <a:lnTo>
                    <a:pt x="201887" y="2241363"/>
                  </a:lnTo>
                  <a:lnTo>
                    <a:pt x="243293" y="2260356"/>
                  </a:lnTo>
                  <a:lnTo>
                    <a:pt x="287185" y="2274365"/>
                  </a:lnTo>
                  <a:lnTo>
                    <a:pt x="333207" y="2283031"/>
                  </a:lnTo>
                  <a:lnTo>
                    <a:pt x="381000" y="2286000"/>
                  </a:lnTo>
                  <a:lnTo>
                    <a:pt x="11104143" y="2286000"/>
                  </a:lnTo>
                  <a:lnTo>
                    <a:pt x="11151913" y="2283031"/>
                  </a:lnTo>
                  <a:lnTo>
                    <a:pt x="11197919" y="2274365"/>
                  </a:lnTo>
                  <a:lnTo>
                    <a:pt x="11241802" y="2260356"/>
                  </a:lnTo>
                  <a:lnTo>
                    <a:pt x="11283205" y="2241363"/>
                  </a:lnTo>
                  <a:lnTo>
                    <a:pt x="11321769" y="2217742"/>
                  </a:lnTo>
                  <a:lnTo>
                    <a:pt x="11357137" y="2189850"/>
                  </a:lnTo>
                  <a:lnTo>
                    <a:pt x="11388950" y="2158044"/>
                  </a:lnTo>
                  <a:lnTo>
                    <a:pt x="11416851" y="2122681"/>
                  </a:lnTo>
                  <a:lnTo>
                    <a:pt x="11440481" y="2084118"/>
                  </a:lnTo>
                  <a:lnTo>
                    <a:pt x="11459484" y="2042711"/>
                  </a:lnTo>
                  <a:lnTo>
                    <a:pt x="11473500" y="1998818"/>
                  </a:lnTo>
                  <a:lnTo>
                    <a:pt x="11482173" y="1952795"/>
                  </a:lnTo>
                  <a:lnTo>
                    <a:pt x="11485143" y="1905000"/>
                  </a:lnTo>
                  <a:lnTo>
                    <a:pt x="11485143" y="381000"/>
                  </a:lnTo>
                  <a:lnTo>
                    <a:pt x="11482173" y="333204"/>
                  </a:lnTo>
                  <a:lnTo>
                    <a:pt x="11473500" y="287181"/>
                  </a:lnTo>
                  <a:lnTo>
                    <a:pt x="11459484" y="243288"/>
                  </a:lnTo>
                  <a:lnTo>
                    <a:pt x="11440481" y="201881"/>
                  </a:lnTo>
                  <a:lnTo>
                    <a:pt x="11416851" y="163318"/>
                  </a:lnTo>
                  <a:lnTo>
                    <a:pt x="11388950" y="127955"/>
                  </a:lnTo>
                  <a:lnTo>
                    <a:pt x="11357137" y="96149"/>
                  </a:lnTo>
                  <a:lnTo>
                    <a:pt x="11321769" y="68257"/>
                  </a:lnTo>
                  <a:lnTo>
                    <a:pt x="11283205" y="44636"/>
                  </a:lnTo>
                  <a:lnTo>
                    <a:pt x="11241802" y="25643"/>
                  </a:lnTo>
                  <a:lnTo>
                    <a:pt x="11197919" y="11634"/>
                  </a:lnTo>
                  <a:lnTo>
                    <a:pt x="11151913" y="2968"/>
                  </a:lnTo>
                  <a:lnTo>
                    <a:pt x="11104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9831" y="5349240"/>
              <a:ext cx="11485245" cy="2286000"/>
            </a:xfrm>
            <a:custGeom>
              <a:avLst/>
              <a:gdLst/>
              <a:ahLst/>
              <a:cxnLst/>
              <a:rect l="l" t="t" r="r" b="b"/>
              <a:pathLst>
                <a:path w="11485245" h="2286000">
                  <a:moveTo>
                    <a:pt x="0" y="381000"/>
                  </a:moveTo>
                  <a:lnTo>
                    <a:pt x="2968" y="333204"/>
                  </a:lnTo>
                  <a:lnTo>
                    <a:pt x="11635" y="287181"/>
                  </a:lnTo>
                  <a:lnTo>
                    <a:pt x="25644" y="243288"/>
                  </a:lnTo>
                  <a:lnTo>
                    <a:pt x="44638" y="201881"/>
                  </a:lnTo>
                  <a:lnTo>
                    <a:pt x="68260" y="163318"/>
                  </a:lnTo>
                  <a:lnTo>
                    <a:pt x="96153" y="127955"/>
                  </a:lnTo>
                  <a:lnTo>
                    <a:pt x="127960" y="96149"/>
                  </a:lnTo>
                  <a:lnTo>
                    <a:pt x="163323" y="68257"/>
                  </a:lnTo>
                  <a:lnTo>
                    <a:pt x="201887" y="44636"/>
                  </a:lnTo>
                  <a:lnTo>
                    <a:pt x="243293" y="25643"/>
                  </a:lnTo>
                  <a:lnTo>
                    <a:pt x="287185" y="11634"/>
                  </a:lnTo>
                  <a:lnTo>
                    <a:pt x="333207" y="2968"/>
                  </a:lnTo>
                  <a:lnTo>
                    <a:pt x="381000" y="0"/>
                  </a:lnTo>
                  <a:lnTo>
                    <a:pt x="11104143" y="0"/>
                  </a:lnTo>
                  <a:lnTo>
                    <a:pt x="11151913" y="2968"/>
                  </a:lnTo>
                  <a:lnTo>
                    <a:pt x="11197919" y="11634"/>
                  </a:lnTo>
                  <a:lnTo>
                    <a:pt x="11241802" y="25643"/>
                  </a:lnTo>
                  <a:lnTo>
                    <a:pt x="11283205" y="44636"/>
                  </a:lnTo>
                  <a:lnTo>
                    <a:pt x="11321769" y="68257"/>
                  </a:lnTo>
                  <a:lnTo>
                    <a:pt x="11357137" y="96149"/>
                  </a:lnTo>
                  <a:lnTo>
                    <a:pt x="11388950" y="127955"/>
                  </a:lnTo>
                  <a:lnTo>
                    <a:pt x="11416851" y="163318"/>
                  </a:lnTo>
                  <a:lnTo>
                    <a:pt x="11440481" y="201881"/>
                  </a:lnTo>
                  <a:lnTo>
                    <a:pt x="11459484" y="243288"/>
                  </a:lnTo>
                  <a:lnTo>
                    <a:pt x="11473500" y="287181"/>
                  </a:lnTo>
                  <a:lnTo>
                    <a:pt x="11482173" y="333204"/>
                  </a:lnTo>
                  <a:lnTo>
                    <a:pt x="11485143" y="381000"/>
                  </a:lnTo>
                  <a:lnTo>
                    <a:pt x="11485143" y="1905000"/>
                  </a:lnTo>
                  <a:lnTo>
                    <a:pt x="11482173" y="1952795"/>
                  </a:lnTo>
                  <a:lnTo>
                    <a:pt x="11473500" y="1998818"/>
                  </a:lnTo>
                  <a:lnTo>
                    <a:pt x="11459484" y="2042711"/>
                  </a:lnTo>
                  <a:lnTo>
                    <a:pt x="11440481" y="2084118"/>
                  </a:lnTo>
                  <a:lnTo>
                    <a:pt x="11416851" y="2122681"/>
                  </a:lnTo>
                  <a:lnTo>
                    <a:pt x="11388950" y="2158044"/>
                  </a:lnTo>
                  <a:lnTo>
                    <a:pt x="11357137" y="2189850"/>
                  </a:lnTo>
                  <a:lnTo>
                    <a:pt x="11321769" y="2217742"/>
                  </a:lnTo>
                  <a:lnTo>
                    <a:pt x="11283205" y="2241363"/>
                  </a:lnTo>
                  <a:lnTo>
                    <a:pt x="11241802" y="2260356"/>
                  </a:lnTo>
                  <a:lnTo>
                    <a:pt x="11197919" y="2274365"/>
                  </a:lnTo>
                  <a:lnTo>
                    <a:pt x="11151913" y="2283031"/>
                  </a:lnTo>
                  <a:lnTo>
                    <a:pt x="11104143" y="2286000"/>
                  </a:lnTo>
                  <a:lnTo>
                    <a:pt x="381000" y="2286000"/>
                  </a:lnTo>
                  <a:lnTo>
                    <a:pt x="333207" y="2283031"/>
                  </a:lnTo>
                  <a:lnTo>
                    <a:pt x="287185" y="2274365"/>
                  </a:lnTo>
                  <a:lnTo>
                    <a:pt x="243293" y="2260356"/>
                  </a:lnTo>
                  <a:lnTo>
                    <a:pt x="201887" y="2241363"/>
                  </a:lnTo>
                  <a:lnTo>
                    <a:pt x="163323" y="2217742"/>
                  </a:lnTo>
                  <a:lnTo>
                    <a:pt x="127960" y="2189850"/>
                  </a:lnTo>
                  <a:lnTo>
                    <a:pt x="96153" y="2158044"/>
                  </a:lnTo>
                  <a:lnTo>
                    <a:pt x="68260" y="2122681"/>
                  </a:lnTo>
                  <a:lnTo>
                    <a:pt x="44638" y="2084118"/>
                  </a:lnTo>
                  <a:lnTo>
                    <a:pt x="25644" y="2042711"/>
                  </a:lnTo>
                  <a:lnTo>
                    <a:pt x="11635" y="1998818"/>
                  </a:lnTo>
                  <a:lnTo>
                    <a:pt x="2968" y="1952795"/>
                  </a:lnTo>
                  <a:lnTo>
                    <a:pt x="0" y="190500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748" y="7819622"/>
              <a:ext cx="5582426" cy="391367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72795" y="7835519"/>
              <a:ext cx="5509895" cy="3840479"/>
            </a:xfrm>
            <a:custGeom>
              <a:avLst/>
              <a:gdLst/>
              <a:ahLst/>
              <a:cxnLst/>
              <a:rect l="l" t="t" r="r" b="b"/>
              <a:pathLst>
                <a:path w="5509895" h="3840479">
                  <a:moveTo>
                    <a:pt x="4869764" y="0"/>
                  </a:moveTo>
                  <a:lnTo>
                    <a:pt x="640092" y="0"/>
                  </a:lnTo>
                  <a:lnTo>
                    <a:pt x="592321" y="1755"/>
                  </a:lnTo>
                  <a:lnTo>
                    <a:pt x="545503" y="6938"/>
                  </a:lnTo>
                  <a:lnTo>
                    <a:pt x="499763" y="15426"/>
                  </a:lnTo>
                  <a:lnTo>
                    <a:pt x="455224" y="27095"/>
                  </a:lnTo>
                  <a:lnTo>
                    <a:pt x="412009" y="41821"/>
                  </a:lnTo>
                  <a:lnTo>
                    <a:pt x="370244" y="59480"/>
                  </a:lnTo>
                  <a:lnTo>
                    <a:pt x="330050" y="79949"/>
                  </a:lnTo>
                  <a:lnTo>
                    <a:pt x="291553" y="103105"/>
                  </a:lnTo>
                  <a:lnTo>
                    <a:pt x="254876" y="128823"/>
                  </a:lnTo>
                  <a:lnTo>
                    <a:pt x="220143" y="156980"/>
                  </a:lnTo>
                  <a:lnTo>
                    <a:pt x="187477" y="187452"/>
                  </a:lnTo>
                  <a:lnTo>
                    <a:pt x="157002" y="220115"/>
                  </a:lnTo>
                  <a:lnTo>
                    <a:pt x="128842" y="254846"/>
                  </a:lnTo>
                  <a:lnTo>
                    <a:pt x="103121" y="291522"/>
                  </a:lnTo>
                  <a:lnTo>
                    <a:pt x="79963" y="330018"/>
                  </a:lnTo>
                  <a:lnTo>
                    <a:pt x="59491" y="370211"/>
                  </a:lnTo>
                  <a:lnTo>
                    <a:pt x="41829" y="411978"/>
                  </a:lnTo>
                  <a:lnTo>
                    <a:pt x="27100" y="455193"/>
                  </a:lnTo>
                  <a:lnTo>
                    <a:pt x="15429" y="499735"/>
                  </a:lnTo>
                  <a:lnTo>
                    <a:pt x="6940" y="545479"/>
                  </a:lnTo>
                  <a:lnTo>
                    <a:pt x="1755" y="592302"/>
                  </a:lnTo>
                  <a:lnTo>
                    <a:pt x="0" y="640079"/>
                  </a:lnTo>
                  <a:lnTo>
                    <a:pt x="0" y="3200273"/>
                  </a:lnTo>
                  <a:lnTo>
                    <a:pt x="1755" y="3248051"/>
                  </a:lnTo>
                  <a:lnTo>
                    <a:pt x="6940" y="3294876"/>
                  </a:lnTo>
                  <a:lnTo>
                    <a:pt x="15429" y="3340623"/>
                  </a:lnTo>
                  <a:lnTo>
                    <a:pt x="27100" y="3385170"/>
                  </a:lnTo>
                  <a:lnTo>
                    <a:pt x="41829" y="3428391"/>
                  </a:lnTo>
                  <a:lnTo>
                    <a:pt x="59491" y="3470164"/>
                  </a:lnTo>
                  <a:lnTo>
                    <a:pt x="79963" y="3510364"/>
                  </a:lnTo>
                  <a:lnTo>
                    <a:pt x="103121" y="3548868"/>
                  </a:lnTo>
                  <a:lnTo>
                    <a:pt x="128842" y="3585552"/>
                  </a:lnTo>
                  <a:lnTo>
                    <a:pt x="157002" y="3620292"/>
                  </a:lnTo>
                  <a:lnTo>
                    <a:pt x="187477" y="3652964"/>
                  </a:lnTo>
                  <a:lnTo>
                    <a:pt x="220143" y="3683445"/>
                  </a:lnTo>
                  <a:lnTo>
                    <a:pt x="254876" y="3711610"/>
                  </a:lnTo>
                  <a:lnTo>
                    <a:pt x="291553" y="3737336"/>
                  </a:lnTo>
                  <a:lnTo>
                    <a:pt x="330050" y="3760499"/>
                  </a:lnTo>
                  <a:lnTo>
                    <a:pt x="370244" y="3780976"/>
                  </a:lnTo>
                  <a:lnTo>
                    <a:pt x="412009" y="3798642"/>
                  </a:lnTo>
                  <a:lnTo>
                    <a:pt x="455224" y="3813373"/>
                  </a:lnTo>
                  <a:lnTo>
                    <a:pt x="499763" y="3825046"/>
                  </a:lnTo>
                  <a:lnTo>
                    <a:pt x="545503" y="3833538"/>
                  </a:lnTo>
                  <a:lnTo>
                    <a:pt x="592321" y="3838723"/>
                  </a:lnTo>
                  <a:lnTo>
                    <a:pt x="640092" y="3840479"/>
                  </a:lnTo>
                  <a:lnTo>
                    <a:pt x="4869764" y="3840479"/>
                  </a:lnTo>
                  <a:lnTo>
                    <a:pt x="4917525" y="3838723"/>
                  </a:lnTo>
                  <a:lnTo>
                    <a:pt x="4964335" y="3833538"/>
                  </a:lnTo>
                  <a:lnTo>
                    <a:pt x="5010069" y="3825046"/>
                  </a:lnTo>
                  <a:lnTo>
                    <a:pt x="5054603" y="3813373"/>
                  </a:lnTo>
                  <a:lnTo>
                    <a:pt x="5097814" y="3798642"/>
                  </a:lnTo>
                  <a:lnTo>
                    <a:pt x="5139577" y="3780976"/>
                  </a:lnTo>
                  <a:lnTo>
                    <a:pt x="5179769" y="3760499"/>
                  </a:lnTo>
                  <a:lnTo>
                    <a:pt x="5218265" y="3737336"/>
                  </a:lnTo>
                  <a:lnTo>
                    <a:pt x="5254942" y="3711610"/>
                  </a:lnTo>
                  <a:lnTo>
                    <a:pt x="5289677" y="3683445"/>
                  </a:lnTo>
                  <a:lnTo>
                    <a:pt x="5322344" y="3652964"/>
                  </a:lnTo>
                  <a:lnTo>
                    <a:pt x="5352821" y="3620292"/>
                  </a:lnTo>
                  <a:lnTo>
                    <a:pt x="5380983" y="3585552"/>
                  </a:lnTo>
                  <a:lnTo>
                    <a:pt x="5406706" y="3548868"/>
                  </a:lnTo>
                  <a:lnTo>
                    <a:pt x="5429868" y="3510364"/>
                  </a:lnTo>
                  <a:lnTo>
                    <a:pt x="5450342" y="3470164"/>
                  </a:lnTo>
                  <a:lnTo>
                    <a:pt x="5468007" y="3428391"/>
                  </a:lnTo>
                  <a:lnTo>
                    <a:pt x="5482738" y="3385170"/>
                  </a:lnTo>
                  <a:lnTo>
                    <a:pt x="5494411" y="3340623"/>
                  </a:lnTo>
                  <a:lnTo>
                    <a:pt x="5502902" y="3294876"/>
                  </a:lnTo>
                  <a:lnTo>
                    <a:pt x="5508088" y="3248051"/>
                  </a:lnTo>
                  <a:lnTo>
                    <a:pt x="5509844" y="3200273"/>
                  </a:lnTo>
                  <a:lnTo>
                    <a:pt x="5509844" y="640079"/>
                  </a:lnTo>
                  <a:lnTo>
                    <a:pt x="5508088" y="592302"/>
                  </a:lnTo>
                  <a:lnTo>
                    <a:pt x="5502902" y="545479"/>
                  </a:lnTo>
                  <a:lnTo>
                    <a:pt x="5494411" y="499735"/>
                  </a:lnTo>
                  <a:lnTo>
                    <a:pt x="5482738" y="455193"/>
                  </a:lnTo>
                  <a:lnTo>
                    <a:pt x="5468007" y="411978"/>
                  </a:lnTo>
                  <a:lnTo>
                    <a:pt x="5450342" y="370211"/>
                  </a:lnTo>
                  <a:lnTo>
                    <a:pt x="5429868" y="330018"/>
                  </a:lnTo>
                  <a:lnTo>
                    <a:pt x="5406706" y="291522"/>
                  </a:lnTo>
                  <a:lnTo>
                    <a:pt x="5380983" y="254846"/>
                  </a:lnTo>
                  <a:lnTo>
                    <a:pt x="5352821" y="220115"/>
                  </a:lnTo>
                  <a:lnTo>
                    <a:pt x="5322344" y="187452"/>
                  </a:lnTo>
                  <a:lnTo>
                    <a:pt x="5289677" y="156980"/>
                  </a:lnTo>
                  <a:lnTo>
                    <a:pt x="5254942" y="128823"/>
                  </a:lnTo>
                  <a:lnTo>
                    <a:pt x="5218265" y="103105"/>
                  </a:lnTo>
                  <a:lnTo>
                    <a:pt x="5179769" y="79949"/>
                  </a:lnTo>
                  <a:lnTo>
                    <a:pt x="5139577" y="59480"/>
                  </a:lnTo>
                  <a:lnTo>
                    <a:pt x="5097814" y="41821"/>
                  </a:lnTo>
                  <a:lnTo>
                    <a:pt x="5054603" y="27095"/>
                  </a:lnTo>
                  <a:lnTo>
                    <a:pt x="5010069" y="15426"/>
                  </a:lnTo>
                  <a:lnTo>
                    <a:pt x="4964335" y="6938"/>
                  </a:lnTo>
                  <a:lnTo>
                    <a:pt x="4917525" y="1755"/>
                  </a:lnTo>
                  <a:lnTo>
                    <a:pt x="48697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2795" y="7835519"/>
              <a:ext cx="5509895" cy="3840479"/>
            </a:xfrm>
            <a:custGeom>
              <a:avLst/>
              <a:gdLst/>
              <a:ahLst/>
              <a:cxnLst/>
              <a:rect l="l" t="t" r="r" b="b"/>
              <a:pathLst>
                <a:path w="5509895" h="3840479">
                  <a:moveTo>
                    <a:pt x="0" y="640079"/>
                  </a:moveTo>
                  <a:lnTo>
                    <a:pt x="1755" y="592302"/>
                  </a:lnTo>
                  <a:lnTo>
                    <a:pt x="6940" y="545479"/>
                  </a:lnTo>
                  <a:lnTo>
                    <a:pt x="15429" y="499735"/>
                  </a:lnTo>
                  <a:lnTo>
                    <a:pt x="27100" y="455193"/>
                  </a:lnTo>
                  <a:lnTo>
                    <a:pt x="41829" y="411978"/>
                  </a:lnTo>
                  <a:lnTo>
                    <a:pt x="59491" y="370211"/>
                  </a:lnTo>
                  <a:lnTo>
                    <a:pt x="79963" y="330018"/>
                  </a:lnTo>
                  <a:lnTo>
                    <a:pt x="103121" y="291522"/>
                  </a:lnTo>
                  <a:lnTo>
                    <a:pt x="128842" y="254846"/>
                  </a:lnTo>
                  <a:lnTo>
                    <a:pt x="157002" y="220115"/>
                  </a:lnTo>
                  <a:lnTo>
                    <a:pt x="187477" y="187452"/>
                  </a:lnTo>
                  <a:lnTo>
                    <a:pt x="220143" y="156980"/>
                  </a:lnTo>
                  <a:lnTo>
                    <a:pt x="254876" y="128823"/>
                  </a:lnTo>
                  <a:lnTo>
                    <a:pt x="291553" y="103105"/>
                  </a:lnTo>
                  <a:lnTo>
                    <a:pt x="330050" y="79949"/>
                  </a:lnTo>
                  <a:lnTo>
                    <a:pt x="370244" y="59480"/>
                  </a:lnTo>
                  <a:lnTo>
                    <a:pt x="412009" y="41821"/>
                  </a:lnTo>
                  <a:lnTo>
                    <a:pt x="455224" y="27095"/>
                  </a:lnTo>
                  <a:lnTo>
                    <a:pt x="499763" y="15426"/>
                  </a:lnTo>
                  <a:lnTo>
                    <a:pt x="545503" y="6938"/>
                  </a:lnTo>
                  <a:lnTo>
                    <a:pt x="592321" y="1755"/>
                  </a:lnTo>
                  <a:lnTo>
                    <a:pt x="640092" y="0"/>
                  </a:lnTo>
                  <a:lnTo>
                    <a:pt x="4869764" y="0"/>
                  </a:lnTo>
                  <a:lnTo>
                    <a:pt x="4917525" y="1755"/>
                  </a:lnTo>
                  <a:lnTo>
                    <a:pt x="4964335" y="6938"/>
                  </a:lnTo>
                  <a:lnTo>
                    <a:pt x="5010069" y="15426"/>
                  </a:lnTo>
                  <a:lnTo>
                    <a:pt x="5054603" y="27095"/>
                  </a:lnTo>
                  <a:lnTo>
                    <a:pt x="5097814" y="41821"/>
                  </a:lnTo>
                  <a:lnTo>
                    <a:pt x="5139577" y="59480"/>
                  </a:lnTo>
                  <a:lnTo>
                    <a:pt x="5179769" y="79949"/>
                  </a:lnTo>
                  <a:lnTo>
                    <a:pt x="5218265" y="103105"/>
                  </a:lnTo>
                  <a:lnTo>
                    <a:pt x="5254942" y="128823"/>
                  </a:lnTo>
                  <a:lnTo>
                    <a:pt x="5289677" y="156980"/>
                  </a:lnTo>
                  <a:lnTo>
                    <a:pt x="5322344" y="187452"/>
                  </a:lnTo>
                  <a:lnTo>
                    <a:pt x="5352821" y="220115"/>
                  </a:lnTo>
                  <a:lnTo>
                    <a:pt x="5380983" y="254846"/>
                  </a:lnTo>
                  <a:lnTo>
                    <a:pt x="5406706" y="291522"/>
                  </a:lnTo>
                  <a:lnTo>
                    <a:pt x="5429868" y="330018"/>
                  </a:lnTo>
                  <a:lnTo>
                    <a:pt x="5450342" y="370211"/>
                  </a:lnTo>
                  <a:lnTo>
                    <a:pt x="5468007" y="411978"/>
                  </a:lnTo>
                  <a:lnTo>
                    <a:pt x="5482738" y="455193"/>
                  </a:lnTo>
                  <a:lnTo>
                    <a:pt x="5494411" y="499735"/>
                  </a:lnTo>
                  <a:lnTo>
                    <a:pt x="5502902" y="545479"/>
                  </a:lnTo>
                  <a:lnTo>
                    <a:pt x="5508088" y="592302"/>
                  </a:lnTo>
                  <a:lnTo>
                    <a:pt x="5509844" y="640079"/>
                  </a:lnTo>
                  <a:lnTo>
                    <a:pt x="5509844" y="3200273"/>
                  </a:lnTo>
                  <a:lnTo>
                    <a:pt x="5508088" y="3248051"/>
                  </a:lnTo>
                  <a:lnTo>
                    <a:pt x="5502902" y="3294876"/>
                  </a:lnTo>
                  <a:lnTo>
                    <a:pt x="5494411" y="3340623"/>
                  </a:lnTo>
                  <a:lnTo>
                    <a:pt x="5482738" y="3385170"/>
                  </a:lnTo>
                  <a:lnTo>
                    <a:pt x="5468007" y="3428391"/>
                  </a:lnTo>
                  <a:lnTo>
                    <a:pt x="5450342" y="3470164"/>
                  </a:lnTo>
                  <a:lnTo>
                    <a:pt x="5429868" y="3510364"/>
                  </a:lnTo>
                  <a:lnTo>
                    <a:pt x="5406706" y="3548868"/>
                  </a:lnTo>
                  <a:lnTo>
                    <a:pt x="5380983" y="3585552"/>
                  </a:lnTo>
                  <a:lnTo>
                    <a:pt x="5352821" y="3620292"/>
                  </a:lnTo>
                  <a:lnTo>
                    <a:pt x="5322344" y="3652964"/>
                  </a:lnTo>
                  <a:lnTo>
                    <a:pt x="5289677" y="3683445"/>
                  </a:lnTo>
                  <a:lnTo>
                    <a:pt x="5254942" y="3711610"/>
                  </a:lnTo>
                  <a:lnTo>
                    <a:pt x="5218265" y="3737336"/>
                  </a:lnTo>
                  <a:lnTo>
                    <a:pt x="5179769" y="3760499"/>
                  </a:lnTo>
                  <a:lnTo>
                    <a:pt x="5139577" y="3780976"/>
                  </a:lnTo>
                  <a:lnTo>
                    <a:pt x="5097814" y="3798642"/>
                  </a:lnTo>
                  <a:lnTo>
                    <a:pt x="5054603" y="3813373"/>
                  </a:lnTo>
                  <a:lnTo>
                    <a:pt x="5010069" y="3825046"/>
                  </a:lnTo>
                  <a:lnTo>
                    <a:pt x="4964335" y="3833538"/>
                  </a:lnTo>
                  <a:lnTo>
                    <a:pt x="4917525" y="3838723"/>
                  </a:lnTo>
                  <a:lnTo>
                    <a:pt x="4869764" y="3840479"/>
                  </a:lnTo>
                  <a:lnTo>
                    <a:pt x="640092" y="3840479"/>
                  </a:lnTo>
                  <a:lnTo>
                    <a:pt x="592321" y="3838723"/>
                  </a:lnTo>
                  <a:lnTo>
                    <a:pt x="545503" y="3833538"/>
                  </a:lnTo>
                  <a:lnTo>
                    <a:pt x="499763" y="3825046"/>
                  </a:lnTo>
                  <a:lnTo>
                    <a:pt x="455224" y="3813373"/>
                  </a:lnTo>
                  <a:lnTo>
                    <a:pt x="412009" y="3798642"/>
                  </a:lnTo>
                  <a:lnTo>
                    <a:pt x="370244" y="3780976"/>
                  </a:lnTo>
                  <a:lnTo>
                    <a:pt x="330050" y="3760499"/>
                  </a:lnTo>
                  <a:lnTo>
                    <a:pt x="291553" y="3737336"/>
                  </a:lnTo>
                  <a:lnTo>
                    <a:pt x="254876" y="3711610"/>
                  </a:lnTo>
                  <a:lnTo>
                    <a:pt x="220143" y="3683445"/>
                  </a:lnTo>
                  <a:lnTo>
                    <a:pt x="187477" y="3652964"/>
                  </a:lnTo>
                  <a:lnTo>
                    <a:pt x="157002" y="3620292"/>
                  </a:lnTo>
                  <a:lnTo>
                    <a:pt x="128842" y="3585552"/>
                  </a:lnTo>
                  <a:lnTo>
                    <a:pt x="103121" y="3548868"/>
                  </a:lnTo>
                  <a:lnTo>
                    <a:pt x="79963" y="3510364"/>
                  </a:lnTo>
                  <a:lnTo>
                    <a:pt x="59491" y="3470164"/>
                  </a:lnTo>
                  <a:lnTo>
                    <a:pt x="41829" y="3428391"/>
                  </a:lnTo>
                  <a:lnTo>
                    <a:pt x="27100" y="3385170"/>
                  </a:lnTo>
                  <a:lnTo>
                    <a:pt x="15429" y="3340623"/>
                  </a:lnTo>
                  <a:lnTo>
                    <a:pt x="6940" y="3294876"/>
                  </a:lnTo>
                  <a:lnTo>
                    <a:pt x="1755" y="3248051"/>
                  </a:lnTo>
                  <a:lnTo>
                    <a:pt x="0" y="3200273"/>
                  </a:lnTo>
                  <a:lnTo>
                    <a:pt x="0" y="640079"/>
                  </a:lnTo>
                  <a:close/>
                </a:path>
              </a:pathLst>
            </a:custGeom>
            <a:ln w="9524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6935" y="7844014"/>
              <a:ext cx="5894841" cy="38892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035039" y="7859141"/>
              <a:ext cx="5822950" cy="3816985"/>
            </a:xfrm>
            <a:custGeom>
              <a:avLst/>
              <a:gdLst/>
              <a:ahLst/>
              <a:cxnLst/>
              <a:rect l="l" t="t" r="r" b="b"/>
              <a:pathLst>
                <a:path w="5822950" h="3816984">
                  <a:moveTo>
                    <a:pt x="5186680" y="0"/>
                  </a:moveTo>
                  <a:lnTo>
                    <a:pt x="636142" y="0"/>
                  </a:lnTo>
                  <a:lnTo>
                    <a:pt x="588673" y="1744"/>
                  </a:lnTo>
                  <a:lnTo>
                    <a:pt x="542149" y="6895"/>
                  </a:lnTo>
                  <a:lnTo>
                    <a:pt x="496695" y="15330"/>
                  </a:lnTo>
                  <a:lnTo>
                    <a:pt x="452434" y="26927"/>
                  </a:lnTo>
                  <a:lnTo>
                    <a:pt x="409489" y="41562"/>
                  </a:lnTo>
                  <a:lnTo>
                    <a:pt x="367982" y="59112"/>
                  </a:lnTo>
                  <a:lnTo>
                    <a:pt x="328038" y="79454"/>
                  </a:lnTo>
                  <a:lnTo>
                    <a:pt x="289778" y="102467"/>
                  </a:lnTo>
                  <a:lnTo>
                    <a:pt x="253327" y="128026"/>
                  </a:lnTo>
                  <a:lnTo>
                    <a:pt x="218806" y="156009"/>
                  </a:lnTo>
                  <a:lnTo>
                    <a:pt x="186340" y="186293"/>
                  </a:lnTo>
                  <a:lnTo>
                    <a:pt x="156052" y="218755"/>
                  </a:lnTo>
                  <a:lnTo>
                    <a:pt x="128063" y="253272"/>
                  </a:lnTo>
                  <a:lnTo>
                    <a:pt x="102499" y="289722"/>
                  </a:lnTo>
                  <a:lnTo>
                    <a:pt x="79481" y="327981"/>
                  </a:lnTo>
                  <a:lnTo>
                    <a:pt x="59132" y="367927"/>
                  </a:lnTo>
                  <a:lnTo>
                    <a:pt x="41577" y="409437"/>
                  </a:lnTo>
                  <a:lnTo>
                    <a:pt x="26937" y="452388"/>
                  </a:lnTo>
                  <a:lnTo>
                    <a:pt x="15337" y="496657"/>
                  </a:lnTo>
                  <a:lnTo>
                    <a:pt x="6898" y="542121"/>
                  </a:lnTo>
                  <a:lnTo>
                    <a:pt x="1745" y="588657"/>
                  </a:lnTo>
                  <a:lnTo>
                    <a:pt x="0" y="636142"/>
                  </a:lnTo>
                  <a:lnTo>
                    <a:pt x="0" y="3180587"/>
                  </a:lnTo>
                  <a:lnTo>
                    <a:pt x="1745" y="3228074"/>
                  </a:lnTo>
                  <a:lnTo>
                    <a:pt x="6898" y="3274612"/>
                  </a:lnTo>
                  <a:lnTo>
                    <a:pt x="15337" y="3320080"/>
                  </a:lnTo>
                  <a:lnTo>
                    <a:pt x="26937" y="3364353"/>
                  </a:lnTo>
                  <a:lnTo>
                    <a:pt x="41577" y="3407310"/>
                  </a:lnTo>
                  <a:lnTo>
                    <a:pt x="59132" y="3448826"/>
                  </a:lnTo>
                  <a:lnTo>
                    <a:pt x="79481" y="3488779"/>
                  </a:lnTo>
                  <a:lnTo>
                    <a:pt x="102499" y="3527046"/>
                  </a:lnTo>
                  <a:lnTo>
                    <a:pt x="128063" y="3563504"/>
                  </a:lnTo>
                  <a:lnTo>
                    <a:pt x="156052" y="3598030"/>
                  </a:lnTo>
                  <a:lnTo>
                    <a:pt x="186340" y="3630501"/>
                  </a:lnTo>
                  <a:lnTo>
                    <a:pt x="218806" y="3660793"/>
                  </a:lnTo>
                  <a:lnTo>
                    <a:pt x="253327" y="3688785"/>
                  </a:lnTo>
                  <a:lnTo>
                    <a:pt x="289778" y="3714352"/>
                  </a:lnTo>
                  <a:lnTo>
                    <a:pt x="328038" y="3737372"/>
                  </a:lnTo>
                  <a:lnTo>
                    <a:pt x="367982" y="3757722"/>
                  </a:lnTo>
                  <a:lnTo>
                    <a:pt x="409489" y="3775279"/>
                  </a:lnTo>
                  <a:lnTo>
                    <a:pt x="452434" y="3789919"/>
                  </a:lnTo>
                  <a:lnTo>
                    <a:pt x="496695" y="3801520"/>
                  </a:lnTo>
                  <a:lnTo>
                    <a:pt x="542149" y="3809959"/>
                  </a:lnTo>
                  <a:lnTo>
                    <a:pt x="588673" y="3815112"/>
                  </a:lnTo>
                  <a:lnTo>
                    <a:pt x="636142" y="3816857"/>
                  </a:lnTo>
                  <a:lnTo>
                    <a:pt x="5186680" y="3816857"/>
                  </a:lnTo>
                  <a:lnTo>
                    <a:pt x="5234165" y="3815112"/>
                  </a:lnTo>
                  <a:lnTo>
                    <a:pt x="5280701" y="3809959"/>
                  </a:lnTo>
                  <a:lnTo>
                    <a:pt x="5326165" y="3801520"/>
                  </a:lnTo>
                  <a:lnTo>
                    <a:pt x="5370434" y="3789919"/>
                  </a:lnTo>
                  <a:lnTo>
                    <a:pt x="5413385" y="3775279"/>
                  </a:lnTo>
                  <a:lnTo>
                    <a:pt x="5454895" y="3757722"/>
                  </a:lnTo>
                  <a:lnTo>
                    <a:pt x="5494841" y="3737372"/>
                  </a:lnTo>
                  <a:lnTo>
                    <a:pt x="5533100" y="3714352"/>
                  </a:lnTo>
                  <a:lnTo>
                    <a:pt x="5569550" y="3688785"/>
                  </a:lnTo>
                  <a:lnTo>
                    <a:pt x="5604067" y="3660793"/>
                  </a:lnTo>
                  <a:lnTo>
                    <a:pt x="5636529" y="3630501"/>
                  </a:lnTo>
                  <a:lnTo>
                    <a:pt x="5666813" y="3598030"/>
                  </a:lnTo>
                  <a:lnTo>
                    <a:pt x="5694796" y="3563504"/>
                  </a:lnTo>
                  <a:lnTo>
                    <a:pt x="5720355" y="3527046"/>
                  </a:lnTo>
                  <a:lnTo>
                    <a:pt x="5743368" y="3488779"/>
                  </a:lnTo>
                  <a:lnTo>
                    <a:pt x="5763710" y="3448826"/>
                  </a:lnTo>
                  <a:lnTo>
                    <a:pt x="5781260" y="3407310"/>
                  </a:lnTo>
                  <a:lnTo>
                    <a:pt x="5795895" y="3364353"/>
                  </a:lnTo>
                  <a:lnTo>
                    <a:pt x="5807492" y="3320080"/>
                  </a:lnTo>
                  <a:lnTo>
                    <a:pt x="5815927" y="3274612"/>
                  </a:lnTo>
                  <a:lnTo>
                    <a:pt x="5821078" y="3228074"/>
                  </a:lnTo>
                  <a:lnTo>
                    <a:pt x="5822823" y="3180587"/>
                  </a:lnTo>
                  <a:lnTo>
                    <a:pt x="5822823" y="636142"/>
                  </a:lnTo>
                  <a:lnTo>
                    <a:pt x="5821078" y="588657"/>
                  </a:lnTo>
                  <a:lnTo>
                    <a:pt x="5815927" y="542121"/>
                  </a:lnTo>
                  <a:lnTo>
                    <a:pt x="5807492" y="496657"/>
                  </a:lnTo>
                  <a:lnTo>
                    <a:pt x="5795895" y="452388"/>
                  </a:lnTo>
                  <a:lnTo>
                    <a:pt x="5781260" y="409437"/>
                  </a:lnTo>
                  <a:lnTo>
                    <a:pt x="5763710" y="367927"/>
                  </a:lnTo>
                  <a:lnTo>
                    <a:pt x="5743368" y="327981"/>
                  </a:lnTo>
                  <a:lnTo>
                    <a:pt x="5720355" y="289722"/>
                  </a:lnTo>
                  <a:lnTo>
                    <a:pt x="5694796" y="253272"/>
                  </a:lnTo>
                  <a:lnTo>
                    <a:pt x="5666813" y="218755"/>
                  </a:lnTo>
                  <a:lnTo>
                    <a:pt x="5636529" y="186293"/>
                  </a:lnTo>
                  <a:lnTo>
                    <a:pt x="5604067" y="156009"/>
                  </a:lnTo>
                  <a:lnTo>
                    <a:pt x="5569550" y="128026"/>
                  </a:lnTo>
                  <a:lnTo>
                    <a:pt x="5533100" y="102467"/>
                  </a:lnTo>
                  <a:lnTo>
                    <a:pt x="5494841" y="79454"/>
                  </a:lnTo>
                  <a:lnTo>
                    <a:pt x="5454895" y="59112"/>
                  </a:lnTo>
                  <a:lnTo>
                    <a:pt x="5413385" y="41562"/>
                  </a:lnTo>
                  <a:lnTo>
                    <a:pt x="5370434" y="26927"/>
                  </a:lnTo>
                  <a:lnTo>
                    <a:pt x="5326165" y="15330"/>
                  </a:lnTo>
                  <a:lnTo>
                    <a:pt x="5280701" y="6895"/>
                  </a:lnTo>
                  <a:lnTo>
                    <a:pt x="5234165" y="1744"/>
                  </a:lnTo>
                  <a:lnTo>
                    <a:pt x="5186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35039" y="7859141"/>
              <a:ext cx="5822950" cy="3816985"/>
            </a:xfrm>
            <a:custGeom>
              <a:avLst/>
              <a:gdLst/>
              <a:ahLst/>
              <a:cxnLst/>
              <a:rect l="l" t="t" r="r" b="b"/>
              <a:pathLst>
                <a:path w="5822950" h="3816984">
                  <a:moveTo>
                    <a:pt x="0" y="636142"/>
                  </a:moveTo>
                  <a:lnTo>
                    <a:pt x="1745" y="588657"/>
                  </a:lnTo>
                  <a:lnTo>
                    <a:pt x="6898" y="542121"/>
                  </a:lnTo>
                  <a:lnTo>
                    <a:pt x="15337" y="496657"/>
                  </a:lnTo>
                  <a:lnTo>
                    <a:pt x="26937" y="452388"/>
                  </a:lnTo>
                  <a:lnTo>
                    <a:pt x="41577" y="409437"/>
                  </a:lnTo>
                  <a:lnTo>
                    <a:pt x="59132" y="367927"/>
                  </a:lnTo>
                  <a:lnTo>
                    <a:pt x="79481" y="327981"/>
                  </a:lnTo>
                  <a:lnTo>
                    <a:pt x="102499" y="289722"/>
                  </a:lnTo>
                  <a:lnTo>
                    <a:pt x="128063" y="253272"/>
                  </a:lnTo>
                  <a:lnTo>
                    <a:pt x="156052" y="218755"/>
                  </a:lnTo>
                  <a:lnTo>
                    <a:pt x="186340" y="186293"/>
                  </a:lnTo>
                  <a:lnTo>
                    <a:pt x="218806" y="156009"/>
                  </a:lnTo>
                  <a:lnTo>
                    <a:pt x="253327" y="128026"/>
                  </a:lnTo>
                  <a:lnTo>
                    <a:pt x="289778" y="102467"/>
                  </a:lnTo>
                  <a:lnTo>
                    <a:pt x="328038" y="79454"/>
                  </a:lnTo>
                  <a:lnTo>
                    <a:pt x="367982" y="59112"/>
                  </a:lnTo>
                  <a:lnTo>
                    <a:pt x="409489" y="41562"/>
                  </a:lnTo>
                  <a:lnTo>
                    <a:pt x="452434" y="26927"/>
                  </a:lnTo>
                  <a:lnTo>
                    <a:pt x="496695" y="15330"/>
                  </a:lnTo>
                  <a:lnTo>
                    <a:pt x="542149" y="6895"/>
                  </a:lnTo>
                  <a:lnTo>
                    <a:pt x="588673" y="1744"/>
                  </a:lnTo>
                  <a:lnTo>
                    <a:pt x="636142" y="0"/>
                  </a:lnTo>
                  <a:lnTo>
                    <a:pt x="5186680" y="0"/>
                  </a:lnTo>
                  <a:lnTo>
                    <a:pt x="5234165" y="1744"/>
                  </a:lnTo>
                  <a:lnTo>
                    <a:pt x="5280701" y="6895"/>
                  </a:lnTo>
                  <a:lnTo>
                    <a:pt x="5326165" y="15330"/>
                  </a:lnTo>
                  <a:lnTo>
                    <a:pt x="5370434" y="26927"/>
                  </a:lnTo>
                  <a:lnTo>
                    <a:pt x="5413385" y="41562"/>
                  </a:lnTo>
                  <a:lnTo>
                    <a:pt x="5454895" y="59112"/>
                  </a:lnTo>
                  <a:lnTo>
                    <a:pt x="5494841" y="79454"/>
                  </a:lnTo>
                  <a:lnTo>
                    <a:pt x="5533100" y="102467"/>
                  </a:lnTo>
                  <a:lnTo>
                    <a:pt x="5569550" y="128026"/>
                  </a:lnTo>
                  <a:lnTo>
                    <a:pt x="5604067" y="156009"/>
                  </a:lnTo>
                  <a:lnTo>
                    <a:pt x="5636529" y="186293"/>
                  </a:lnTo>
                  <a:lnTo>
                    <a:pt x="5666813" y="218755"/>
                  </a:lnTo>
                  <a:lnTo>
                    <a:pt x="5694796" y="253272"/>
                  </a:lnTo>
                  <a:lnTo>
                    <a:pt x="5720355" y="289722"/>
                  </a:lnTo>
                  <a:lnTo>
                    <a:pt x="5743368" y="327981"/>
                  </a:lnTo>
                  <a:lnTo>
                    <a:pt x="5763710" y="367927"/>
                  </a:lnTo>
                  <a:lnTo>
                    <a:pt x="5781260" y="409437"/>
                  </a:lnTo>
                  <a:lnTo>
                    <a:pt x="5795895" y="452388"/>
                  </a:lnTo>
                  <a:lnTo>
                    <a:pt x="5807492" y="496657"/>
                  </a:lnTo>
                  <a:lnTo>
                    <a:pt x="5815927" y="542121"/>
                  </a:lnTo>
                  <a:lnTo>
                    <a:pt x="5821078" y="588657"/>
                  </a:lnTo>
                  <a:lnTo>
                    <a:pt x="5822823" y="636142"/>
                  </a:lnTo>
                  <a:lnTo>
                    <a:pt x="5822823" y="3180587"/>
                  </a:lnTo>
                  <a:lnTo>
                    <a:pt x="5821078" y="3228074"/>
                  </a:lnTo>
                  <a:lnTo>
                    <a:pt x="5815927" y="3274612"/>
                  </a:lnTo>
                  <a:lnTo>
                    <a:pt x="5807492" y="3320080"/>
                  </a:lnTo>
                  <a:lnTo>
                    <a:pt x="5795895" y="3364353"/>
                  </a:lnTo>
                  <a:lnTo>
                    <a:pt x="5781260" y="3407310"/>
                  </a:lnTo>
                  <a:lnTo>
                    <a:pt x="5763710" y="3448826"/>
                  </a:lnTo>
                  <a:lnTo>
                    <a:pt x="5743368" y="3488779"/>
                  </a:lnTo>
                  <a:lnTo>
                    <a:pt x="5720355" y="3527046"/>
                  </a:lnTo>
                  <a:lnTo>
                    <a:pt x="5694796" y="3563504"/>
                  </a:lnTo>
                  <a:lnTo>
                    <a:pt x="5666813" y="3598030"/>
                  </a:lnTo>
                  <a:lnTo>
                    <a:pt x="5636529" y="3630501"/>
                  </a:lnTo>
                  <a:lnTo>
                    <a:pt x="5604067" y="3660793"/>
                  </a:lnTo>
                  <a:lnTo>
                    <a:pt x="5569550" y="3688785"/>
                  </a:lnTo>
                  <a:lnTo>
                    <a:pt x="5533100" y="3714352"/>
                  </a:lnTo>
                  <a:lnTo>
                    <a:pt x="5494841" y="3737372"/>
                  </a:lnTo>
                  <a:lnTo>
                    <a:pt x="5454895" y="3757722"/>
                  </a:lnTo>
                  <a:lnTo>
                    <a:pt x="5413385" y="3775279"/>
                  </a:lnTo>
                  <a:lnTo>
                    <a:pt x="5370434" y="3789919"/>
                  </a:lnTo>
                  <a:lnTo>
                    <a:pt x="5326165" y="3801520"/>
                  </a:lnTo>
                  <a:lnTo>
                    <a:pt x="5280701" y="3809959"/>
                  </a:lnTo>
                  <a:lnTo>
                    <a:pt x="5234165" y="3815112"/>
                  </a:lnTo>
                  <a:lnTo>
                    <a:pt x="5186680" y="3816857"/>
                  </a:lnTo>
                  <a:lnTo>
                    <a:pt x="636142" y="3816857"/>
                  </a:lnTo>
                  <a:lnTo>
                    <a:pt x="588673" y="3815112"/>
                  </a:lnTo>
                  <a:lnTo>
                    <a:pt x="542149" y="3809959"/>
                  </a:lnTo>
                  <a:lnTo>
                    <a:pt x="496695" y="3801520"/>
                  </a:lnTo>
                  <a:lnTo>
                    <a:pt x="452434" y="3789919"/>
                  </a:lnTo>
                  <a:lnTo>
                    <a:pt x="409489" y="3775279"/>
                  </a:lnTo>
                  <a:lnTo>
                    <a:pt x="367982" y="3757722"/>
                  </a:lnTo>
                  <a:lnTo>
                    <a:pt x="328038" y="3737372"/>
                  </a:lnTo>
                  <a:lnTo>
                    <a:pt x="289778" y="3714352"/>
                  </a:lnTo>
                  <a:lnTo>
                    <a:pt x="253327" y="3688785"/>
                  </a:lnTo>
                  <a:lnTo>
                    <a:pt x="218806" y="3660793"/>
                  </a:lnTo>
                  <a:lnTo>
                    <a:pt x="186340" y="3630501"/>
                  </a:lnTo>
                  <a:lnTo>
                    <a:pt x="156052" y="3598030"/>
                  </a:lnTo>
                  <a:lnTo>
                    <a:pt x="128063" y="3563504"/>
                  </a:lnTo>
                  <a:lnTo>
                    <a:pt x="102499" y="3527046"/>
                  </a:lnTo>
                  <a:lnTo>
                    <a:pt x="79481" y="3488779"/>
                  </a:lnTo>
                  <a:lnTo>
                    <a:pt x="59132" y="3448826"/>
                  </a:lnTo>
                  <a:lnTo>
                    <a:pt x="41577" y="3407310"/>
                  </a:lnTo>
                  <a:lnTo>
                    <a:pt x="26937" y="3364353"/>
                  </a:lnTo>
                  <a:lnTo>
                    <a:pt x="15337" y="3320080"/>
                  </a:lnTo>
                  <a:lnTo>
                    <a:pt x="6898" y="3274612"/>
                  </a:lnTo>
                  <a:lnTo>
                    <a:pt x="1745" y="3228074"/>
                  </a:lnTo>
                  <a:lnTo>
                    <a:pt x="0" y="3180587"/>
                  </a:lnTo>
                  <a:lnTo>
                    <a:pt x="0" y="636142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754" y="11868907"/>
              <a:ext cx="11565638" cy="263195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72795" y="11884024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11065459" y="0"/>
                  </a:moveTo>
                  <a:lnTo>
                    <a:pt x="426732" y="0"/>
                  </a:lnTo>
                  <a:lnTo>
                    <a:pt x="380236" y="2505"/>
                  </a:lnTo>
                  <a:lnTo>
                    <a:pt x="335189" y="9846"/>
                  </a:lnTo>
                  <a:lnTo>
                    <a:pt x="291853" y="21762"/>
                  </a:lnTo>
                  <a:lnTo>
                    <a:pt x="250488" y="37993"/>
                  </a:lnTo>
                  <a:lnTo>
                    <a:pt x="211354" y="58278"/>
                  </a:lnTo>
                  <a:lnTo>
                    <a:pt x="174711" y="82356"/>
                  </a:lnTo>
                  <a:lnTo>
                    <a:pt x="140820" y="109967"/>
                  </a:lnTo>
                  <a:lnTo>
                    <a:pt x="109942" y="140849"/>
                  </a:lnTo>
                  <a:lnTo>
                    <a:pt x="82335" y="174741"/>
                  </a:lnTo>
                  <a:lnTo>
                    <a:pt x="58262" y="211384"/>
                  </a:lnTo>
                  <a:lnTo>
                    <a:pt x="37982" y="250516"/>
                  </a:lnTo>
                  <a:lnTo>
                    <a:pt x="21755" y="291876"/>
                  </a:lnTo>
                  <a:lnTo>
                    <a:pt x="9842" y="335204"/>
                  </a:lnTo>
                  <a:lnTo>
                    <a:pt x="2504" y="380239"/>
                  </a:lnTo>
                  <a:lnTo>
                    <a:pt x="0" y="426719"/>
                  </a:lnTo>
                  <a:lnTo>
                    <a:pt x="0" y="2133600"/>
                  </a:lnTo>
                  <a:lnTo>
                    <a:pt x="2504" y="2180102"/>
                  </a:lnTo>
                  <a:lnTo>
                    <a:pt x="9842" y="2225153"/>
                  </a:lnTo>
                  <a:lnTo>
                    <a:pt x="21755" y="2268492"/>
                  </a:lnTo>
                  <a:lnTo>
                    <a:pt x="37982" y="2309858"/>
                  </a:lnTo>
                  <a:lnTo>
                    <a:pt x="58262" y="2348992"/>
                  </a:lnTo>
                  <a:lnTo>
                    <a:pt x="82335" y="2385633"/>
                  </a:lnTo>
                  <a:lnTo>
                    <a:pt x="109942" y="2419521"/>
                  </a:lnTo>
                  <a:lnTo>
                    <a:pt x="140820" y="2450396"/>
                  </a:lnTo>
                  <a:lnTo>
                    <a:pt x="174711" y="2477999"/>
                  </a:lnTo>
                  <a:lnTo>
                    <a:pt x="211354" y="2502069"/>
                  </a:lnTo>
                  <a:lnTo>
                    <a:pt x="250488" y="2522345"/>
                  </a:lnTo>
                  <a:lnTo>
                    <a:pt x="291853" y="2538569"/>
                  </a:lnTo>
                  <a:lnTo>
                    <a:pt x="335189" y="2550479"/>
                  </a:lnTo>
                  <a:lnTo>
                    <a:pt x="380236" y="2557816"/>
                  </a:lnTo>
                  <a:lnTo>
                    <a:pt x="426732" y="2560319"/>
                  </a:lnTo>
                  <a:lnTo>
                    <a:pt x="11065459" y="2560319"/>
                  </a:lnTo>
                  <a:lnTo>
                    <a:pt x="11111940" y="2557816"/>
                  </a:lnTo>
                  <a:lnTo>
                    <a:pt x="11156974" y="2550479"/>
                  </a:lnTo>
                  <a:lnTo>
                    <a:pt x="11200302" y="2538569"/>
                  </a:lnTo>
                  <a:lnTo>
                    <a:pt x="11241662" y="2522345"/>
                  </a:lnTo>
                  <a:lnTo>
                    <a:pt x="11280794" y="2502069"/>
                  </a:lnTo>
                  <a:lnTo>
                    <a:pt x="11317437" y="2477999"/>
                  </a:lnTo>
                  <a:lnTo>
                    <a:pt x="11351329" y="2450396"/>
                  </a:lnTo>
                  <a:lnTo>
                    <a:pt x="11382211" y="2419521"/>
                  </a:lnTo>
                  <a:lnTo>
                    <a:pt x="11409822" y="2385633"/>
                  </a:lnTo>
                  <a:lnTo>
                    <a:pt x="11433900" y="2348992"/>
                  </a:lnTo>
                  <a:lnTo>
                    <a:pt x="11454185" y="2309858"/>
                  </a:lnTo>
                  <a:lnTo>
                    <a:pt x="11470416" y="2268492"/>
                  </a:lnTo>
                  <a:lnTo>
                    <a:pt x="11482333" y="2225153"/>
                  </a:lnTo>
                  <a:lnTo>
                    <a:pt x="11489674" y="2180102"/>
                  </a:lnTo>
                  <a:lnTo>
                    <a:pt x="11492179" y="2133600"/>
                  </a:lnTo>
                  <a:lnTo>
                    <a:pt x="11492179" y="426719"/>
                  </a:lnTo>
                  <a:lnTo>
                    <a:pt x="11489674" y="380239"/>
                  </a:lnTo>
                  <a:lnTo>
                    <a:pt x="11482333" y="335204"/>
                  </a:lnTo>
                  <a:lnTo>
                    <a:pt x="11470416" y="291876"/>
                  </a:lnTo>
                  <a:lnTo>
                    <a:pt x="11454185" y="250516"/>
                  </a:lnTo>
                  <a:lnTo>
                    <a:pt x="11433900" y="211384"/>
                  </a:lnTo>
                  <a:lnTo>
                    <a:pt x="11409822" y="174741"/>
                  </a:lnTo>
                  <a:lnTo>
                    <a:pt x="11382211" y="140849"/>
                  </a:lnTo>
                  <a:lnTo>
                    <a:pt x="11351329" y="109967"/>
                  </a:lnTo>
                  <a:lnTo>
                    <a:pt x="11317437" y="82356"/>
                  </a:lnTo>
                  <a:lnTo>
                    <a:pt x="11280794" y="58278"/>
                  </a:lnTo>
                  <a:lnTo>
                    <a:pt x="11241662" y="37993"/>
                  </a:lnTo>
                  <a:lnTo>
                    <a:pt x="11200302" y="21762"/>
                  </a:lnTo>
                  <a:lnTo>
                    <a:pt x="11156974" y="9846"/>
                  </a:lnTo>
                  <a:lnTo>
                    <a:pt x="11111940" y="2505"/>
                  </a:lnTo>
                  <a:lnTo>
                    <a:pt x="11065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2795" y="11884024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0" y="426719"/>
                  </a:moveTo>
                  <a:lnTo>
                    <a:pt x="2504" y="380239"/>
                  </a:lnTo>
                  <a:lnTo>
                    <a:pt x="9842" y="335204"/>
                  </a:lnTo>
                  <a:lnTo>
                    <a:pt x="21755" y="291876"/>
                  </a:lnTo>
                  <a:lnTo>
                    <a:pt x="37982" y="250516"/>
                  </a:lnTo>
                  <a:lnTo>
                    <a:pt x="58262" y="211384"/>
                  </a:lnTo>
                  <a:lnTo>
                    <a:pt x="82335" y="174741"/>
                  </a:lnTo>
                  <a:lnTo>
                    <a:pt x="109942" y="140849"/>
                  </a:lnTo>
                  <a:lnTo>
                    <a:pt x="140820" y="109967"/>
                  </a:lnTo>
                  <a:lnTo>
                    <a:pt x="174711" y="82356"/>
                  </a:lnTo>
                  <a:lnTo>
                    <a:pt x="211354" y="58278"/>
                  </a:lnTo>
                  <a:lnTo>
                    <a:pt x="250488" y="37993"/>
                  </a:lnTo>
                  <a:lnTo>
                    <a:pt x="291853" y="21762"/>
                  </a:lnTo>
                  <a:lnTo>
                    <a:pt x="335189" y="9846"/>
                  </a:lnTo>
                  <a:lnTo>
                    <a:pt x="380236" y="2505"/>
                  </a:lnTo>
                  <a:lnTo>
                    <a:pt x="426732" y="0"/>
                  </a:lnTo>
                  <a:lnTo>
                    <a:pt x="11065459" y="0"/>
                  </a:lnTo>
                  <a:lnTo>
                    <a:pt x="11111940" y="2505"/>
                  </a:lnTo>
                  <a:lnTo>
                    <a:pt x="11156974" y="9846"/>
                  </a:lnTo>
                  <a:lnTo>
                    <a:pt x="11200302" y="21762"/>
                  </a:lnTo>
                  <a:lnTo>
                    <a:pt x="11241662" y="37993"/>
                  </a:lnTo>
                  <a:lnTo>
                    <a:pt x="11280794" y="58278"/>
                  </a:lnTo>
                  <a:lnTo>
                    <a:pt x="11317437" y="82356"/>
                  </a:lnTo>
                  <a:lnTo>
                    <a:pt x="11351329" y="109967"/>
                  </a:lnTo>
                  <a:lnTo>
                    <a:pt x="11382211" y="140849"/>
                  </a:lnTo>
                  <a:lnTo>
                    <a:pt x="11409822" y="174741"/>
                  </a:lnTo>
                  <a:lnTo>
                    <a:pt x="11433900" y="211384"/>
                  </a:lnTo>
                  <a:lnTo>
                    <a:pt x="11454185" y="250516"/>
                  </a:lnTo>
                  <a:lnTo>
                    <a:pt x="11470416" y="291876"/>
                  </a:lnTo>
                  <a:lnTo>
                    <a:pt x="11482333" y="335204"/>
                  </a:lnTo>
                  <a:lnTo>
                    <a:pt x="11489674" y="380239"/>
                  </a:lnTo>
                  <a:lnTo>
                    <a:pt x="11492179" y="426719"/>
                  </a:lnTo>
                  <a:lnTo>
                    <a:pt x="11492179" y="2133600"/>
                  </a:lnTo>
                  <a:lnTo>
                    <a:pt x="11489674" y="2180102"/>
                  </a:lnTo>
                  <a:lnTo>
                    <a:pt x="11482333" y="2225153"/>
                  </a:lnTo>
                  <a:lnTo>
                    <a:pt x="11470416" y="2268492"/>
                  </a:lnTo>
                  <a:lnTo>
                    <a:pt x="11454185" y="2309858"/>
                  </a:lnTo>
                  <a:lnTo>
                    <a:pt x="11433900" y="2348992"/>
                  </a:lnTo>
                  <a:lnTo>
                    <a:pt x="11409822" y="2385633"/>
                  </a:lnTo>
                  <a:lnTo>
                    <a:pt x="11382211" y="2419521"/>
                  </a:lnTo>
                  <a:lnTo>
                    <a:pt x="11351329" y="2450396"/>
                  </a:lnTo>
                  <a:lnTo>
                    <a:pt x="11317437" y="2477999"/>
                  </a:lnTo>
                  <a:lnTo>
                    <a:pt x="11280794" y="2502069"/>
                  </a:lnTo>
                  <a:lnTo>
                    <a:pt x="11241662" y="2522345"/>
                  </a:lnTo>
                  <a:lnTo>
                    <a:pt x="11200302" y="2538569"/>
                  </a:lnTo>
                  <a:lnTo>
                    <a:pt x="11156974" y="2550479"/>
                  </a:lnTo>
                  <a:lnTo>
                    <a:pt x="11111940" y="2557816"/>
                  </a:lnTo>
                  <a:lnTo>
                    <a:pt x="11065459" y="2560319"/>
                  </a:lnTo>
                  <a:lnTo>
                    <a:pt x="426732" y="2560319"/>
                  </a:lnTo>
                  <a:lnTo>
                    <a:pt x="380236" y="2557816"/>
                  </a:lnTo>
                  <a:lnTo>
                    <a:pt x="335189" y="2550479"/>
                  </a:lnTo>
                  <a:lnTo>
                    <a:pt x="291853" y="2538569"/>
                  </a:lnTo>
                  <a:lnTo>
                    <a:pt x="250488" y="2522345"/>
                  </a:lnTo>
                  <a:lnTo>
                    <a:pt x="211354" y="2502069"/>
                  </a:lnTo>
                  <a:lnTo>
                    <a:pt x="174711" y="2477999"/>
                  </a:lnTo>
                  <a:lnTo>
                    <a:pt x="140820" y="2450396"/>
                  </a:lnTo>
                  <a:lnTo>
                    <a:pt x="109942" y="2419521"/>
                  </a:lnTo>
                  <a:lnTo>
                    <a:pt x="82335" y="2385633"/>
                  </a:lnTo>
                  <a:lnTo>
                    <a:pt x="58262" y="2348992"/>
                  </a:lnTo>
                  <a:lnTo>
                    <a:pt x="37982" y="2309858"/>
                  </a:lnTo>
                  <a:lnTo>
                    <a:pt x="21755" y="2268492"/>
                  </a:lnTo>
                  <a:lnTo>
                    <a:pt x="9842" y="2225153"/>
                  </a:lnTo>
                  <a:lnTo>
                    <a:pt x="2504" y="2180102"/>
                  </a:lnTo>
                  <a:lnTo>
                    <a:pt x="0" y="2133600"/>
                  </a:lnTo>
                  <a:lnTo>
                    <a:pt x="0" y="426719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7653" y="14653243"/>
              <a:ext cx="2266200" cy="343208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65759" y="14668245"/>
              <a:ext cx="2194560" cy="3360420"/>
            </a:xfrm>
            <a:custGeom>
              <a:avLst/>
              <a:gdLst/>
              <a:ahLst/>
              <a:cxnLst/>
              <a:rect l="l" t="t" r="r" b="b"/>
              <a:pathLst>
                <a:path w="2194560" h="3360419">
                  <a:moveTo>
                    <a:pt x="1828800" y="0"/>
                  </a:moveTo>
                  <a:lnTo>
                    <a:pt x="365772" y="0"/>
                  </a:lnTo>
                  <a:lnTo>
                    <a:pt x="319889" y="2848"/>
                  </a:lnTo>
                  <a:lnTo>
                    <a:pt x="275707" y="11167"/>
                  </a:lnTo>
                  <a:lnTo>
                    <a:pt x="233569" y="24613"/>
                  </a:lnTo>
                  <a:lnTo>
                    <a:pt x="193817" y="42844"/>
                  </a:lnTo>
                  <a:lnTo>
                    <a:pt x="156795" y="65517"/>
                  </a:lnTo>
                  <a:lnTo>
                    <a:pt x="122845" y="92291"/>
                  </a:lnTo>
                  <a:lnTo>
                    <a:pt x="92309" y="122822"/>
                  </a:lnTo>
                  <a:lnTo>
                    <a:pt x="65532" y="156770"/>
                  </a:lnTo>
                  <a:lnTo>
                    <a:pt x="42854" y="193790"/>
                  </a:lnTo>
                  <a:lnTo>
                    <a:pt x="24619" y="233542"/>
                  </a:lnTo>
                  <a:lnTo>
                    <a:pt x="11170" y="275682"/>
                  </a:lnTo>
                  <a:lnTo>
                    <a:pt x="2849" y="319869"/>
                  </a:lnTo>
                  <a:lnTo>
                    <a:pt x="0" y="365760"/>
                  </a:lnTo>
                  <a:lnTo>
                    <a:pt x="0" y="2994050"/>
                  </a:lnTo>
                  <a:lnTo>
                    <a:pt x="2849" y="3039931"/>
                  </a:lnTo>
                  <a:lnTo>
                    <a:pt x="11170" y="3084111"/>
                  </a:lnTo>
                  <a:lnTo>
                    <a:pt x="24619" y="3126248"/>
                  </a:lnTo>
                  <a:lnTo>
                    <a:pt x="42854" y="3166000"/>
                  </a:lnTo>
                  <a:lnTo>
                    <a:pt x="65532" y="3203022"/>
                  </a:lnTo>
                  <a:lnTo>
                    <a:pt x="92309" y="3236972"/>
                  </a:lnTo>
                  <a:lnTo>
                    <a:pt x="122845" y="3267508"/>
                  </a:lnTo>
                  <a:lnTo>
                    <a:pt x="156795" y="3294287"/>
                  </a:lnTo>
                  <a:lnTo>
                    <a:pt x="193817" y="3316966"/>
                  </a:lnTo>
                  <a:lnTo>
                    <a:pt x="233569" y="3335201"/>
                  </a:lnTo>
                  <a:lnTo>
                    <a:pt x="275707" y="3348651"/>
                  </a:lnTo>
                  <a:lnTo>
                    <a:pt x="319889" y="3356973"/>
                  </a:lnTo>
                  <a:lnTo>
                    <a:pt x="365772" y="3359823"/>
                  </a:lnTo>
                  <a:lnTo>
                    <a:pt x="1828800" y="3359823"/>
                  </a:lnTo>
                  <a:lnTo>
                    <a:pt x="1874690" y="3356973"/>
                  </a:lnTo>
                  <a:lnTo>
                    <a:pt x="1918877" y="3348651"/>
                  </a:lnTo>
                  <a:lnTo>
                    <a:pt x="1961017" y="3335201"/>
                  </a:lnTo>
                  <a:lnTo>
                    <a:pt x="2000769" y="3316966"/>
                  </a:lnTo>
                  <a:lnTo>
                    <a:pt x="2037789" y="3294287"/>
                  </a:lnTo>
                  <a:lnTo>
                    <a:pt x="2071737" y="3267508"/>
                  </a:lnTo>
                  <a:lnTo>
                    <a:pt x="2102268" y="3236972"/>
                  </a:lnTo>
                  <a:lnTo>
                    <a:pt x="2129042" y="3203022"/>
                  </a:lnTo>
                  <a:lnTo>
                    <a:pt x="2151715" y="3166000"/>
                  </a:lnTo>
                  <a:lnTo>
                    <a:pt x="2169946" y="3126248"/>
                  </a:lnTo>
                  <a:lnTo>
                    <a:pt x="2183392" y="3084111"/>
                  </a:lnTo>
                  <a:lnTo>
                    <a:pt x="2191711" y="3039931"/>
                  </a:lnTo>
                  <a:lnTo>
                    <a:pt x="2194560" y="2994050"/>
                  </a:lnTo>
                  <a:lnTo>
                    <a:pt x="2194560" y="365760"/>
                  </a:lnTo>
                  <a:lnTo>
                    <a:pt x="2191711" y="319869"/>
                  </a:lnTo>
                  <a:lnTo>
                    <a:pt x="2183392" y="275682"/>
                  </a:lnTo>
                  <a:lnTo>
                    <a:pt x="2169946" y="233542"/>
                  </a:lnTo>
                  <a:lnTo>
                    <a:pt x="2151715" y="193790"/>
                  </a:lnTo>
                  <a:lnTo>
                    <a:pt x="2129042" y="156770"/>
                  </a:lnTo>
                  <a:lnTo>
                    <a:pt x="2102268" y="122822"/>
                  </a:lnTo>
                  <a:lnTo>
                    <a:pt x="2071737" y="92291"/>
                  </a:lnTo>
                  <a:lnTo>
                    <a:pt x="2037789" y="65517"/>
                  </a:lnTo>
                  <a:lnTo>
                    <a:pt x="2000769" y="42844"/>
                  </a:lnTo>
                  <a:lnTo>
                    <a:pt x="1961017" y="24613"/>
                  </a:lnTo>
                  <a:lnTo>
                    <a:pt x="1918877" y="11167"/>
                  </a:lnTo>
                  <a:lnTo>
                    <a:pt x="1874690" y="2848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5759" y="14668245"/>
              <a:ext cx="2194560" cy="3360420"/>
            </a:xfrm>
            <a:custGeom>
              <a:avLst/>
              <a:gdLst/>
              <a:ahLst/>
              <a:cxnLst/>
              <a:rect l="l" t="t" r="r" b="b"/>
              <a:pathLst>
                <a:path w="2194560" h="3360419">
                  <a:moveTo>
                    <a:pt x="0" y="365760"/>
                  </a:moveTo>
                  <a:lnTo>
                    <a:pt x="2849" y="319869"/>
                  </a:lnTo>
                  <a:lnTo>
                    <a:pt x="11170" y="275682"/>
                  </a:lnTo>
                  <a:lnTo>
                    <a:pt x="24619" y="233542"/>
                  </a:lnTo>
                  <a:lnTo>
                    <a:pt x="42854" y="193790"/>
                  </a:lnTo>
                  <a:lnTo>
                    <a:pt x="65532" y="156770"/>
                  </a:lnTo>
                  <a:lnTo>
                    <a:pt x="92309" y="122822"/>
                  </a:lnTo>
                  <a:lnTo>
                    <a:pt x="122845" y="92291"/>
                  </a:lnTo>
                  <a:lnTo>
                    <a:pt x="156795" y="65517"/>
                  </a:lnTo>
                  <a:lnTo>
                    <a:pt x="193817" y="42844"/>
                  </a:lnTo>
                  <a:lnTo>
                    <a:pt x="233569" y="24613"/>
                  </a:lnTo>
                  <a:lnTo>
                    <a:pt x="275707" y="11167"/>
                  </a:lnTo>
                  <a:lnTo>
                    <a:pt x="319889" y="2848"/>
                  </a:lnTo>
                  <a:lnTo>
                    <a:pt x="365772" y="0"/>
                  </a:lnTo>
                  <a:lnTo>
                    <a:pt x="1828800" y="0"/>
                  </a:lnTo>
                  <a:lnTo>
                    <a:pt x="1874690" y="2848"/>
                  </a:lnTo>
                  <a:lnTo>
                    <a:pt x="1918877" y="11167"/>
                  </a:lnTo>
                  <a:lnTo>
                    <a:pt x="1961017" y="24613"/>
                  </a:lnTo>
                  <a:lnTo>
                    <a:pt x="2000769" y="42844"/>
                  </a:lnTo>
                  <a:lnTo>
                    <a:pt x="2037789" y="65517"/>
                  </a:lnTo>
                  <a:lnTo>
                    <a:pt x="2071737" y="92291"/>
                  </a:lnTo>
                  <a:lnTo>
                    <a:pt x="2102268" y="122822"/>
                  </a:lnTo>
                  <a:lnTo>
                    <a:pt x="2129042" y="156770"/>
                  </a:lnTo>
                  <a:lnTo>
                    <a:pt x="2151715" y="193790"/>
                  </a:lnTo>
                  <a:lnTo>
                    <a:pt x="2169946" y="233542"/>
                  </a:lnTo>
                  <a:lnTo>
                    <a:pt x="2183392" y="275682"/>
                  </a:lnTo>
                  <a:lnTo>
                    <a:pt x="2191711" y="319869"/>
                  </a:lnTo>
                  <a:lnTo>
                    <a:pt x="2194560" y="365760"/>
                  </a:lnTo>
                  <a:lnTo>
                    <a:pt x="2194560" y="2994050"/>
                  </a:lnTo>
                  <a:lnTo>
                    <a:pt x="2191711" y="3039931"/>
                  </a:lnTo>
                  <a:lnTo>
                    <a:pt x="2183392" y="3084111"/>
                  </a:lnTo>
                  <a:lnTo>
                    <a:pt x="2169946" y="3126248"/>
                  </a:lnTo>
                  <a:lnTo>
                    <a:pt x="2151715" y="3166000"/>
                  </a:lnTo>
                  <a:lnTo>
                    <a:pt x="2129042" y="3203022"/>
                  </a:lnTo>
                  <a:lnTo>
                    <a:pt x="2102268" y="3236972"/>
                  </a:lnTo>
                  <a:lnTo>
                    <a:pt x="2071737" y="3267508"/>
                  </a:lnTo>
                  <a:lnTo>
                    <a:pt x="2037789" y="3294287"/>
                  </a:lnTo>
                  <a:lnTo>
                    <a:pt x="2000769" y="3316966"/>
                  </a:lnTo>
                  <a:lnTo>
                    <a:pt x="1961017" y="3335201"/>
                  </a:lnTo>
                  <a:lnTo>
                    <a:pt x="1918877" y="3348651"/>
                  </a:lnTo>
                  <a:lnTo>
                    <a:pt x="1874690" y="3356973"/>
                  </a:lnTo>
                  <a:lnTo>
                    <a:pt x="1828800" y="3359823"/>
                  </a:lnTo>
                  <a:lnTo>
                    <a:pt x="365772" y="3359823"/>
                  </a:lnTo>
                  <a:lnTo>
                    <a:pt x="319889" y="3356973"/>
                  </a:lnTo>
                  <a:lnTo>
                    <a:pt x="275707" y="3348651"/>
                  </a:lnTo>
                  <a:lnTo>
                    <a:pt x="233569" y="3335201"/>
                  </a:lnTo>
                  <a:lnTo>
                    <a:pt x="193817" y="3316966"/>
                  </a:lnTo>
                  <a:lnTo>
                    <a:pt x="156795" y="3294287"/>
                  </a:lnTo>
                  <a:lnTo>
                    <a:pt x="122845" y="3267508"/>
                  </a:lnTo>
                  <a:lnTo>
                    <a:pt x="92309" y="3236972"/>
                  </a:lnTo>
                  <a:lnTo>
                    <a:pt x="65532" y="3203022"/>
                  </a:lnTo>
                  <a:lnTo>
                    <a:pt x="42854" y="3166000"/>
                  </a:lnTo>
                  <a:lnTo>
                    <a:pt x="24619" y="3126248"/>
                  </a:lnTo>
                  <a:lnTo>
                    <a:pt x="11170" y="3084111"/>
                  </a:lnTo>
                  <a:lnTo>
                    <a:pt x="2849" y="3039931"/>
                  </a:lnTo>
                  <a:lnTo>
                    <a:pt x="0" y="2994050"/>
                  </a:lnTo>
                  <a:lnTo>
                    <a:pt x="0" y="36576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1109" y="14668484"/>
              <a:ext cx="5192273" cy="343208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838703" y="14683866"/>
              <a:ext cx="5120640" cy="3360420"/>
            </a:xfrm>
            <a:custGeom>
              <a:avLst/>
              <a:gdLst/>
              <a:ahLst/>
              <a:cxnLst/>
              <a:rect l="l" t="t" r="r" b="b"/>
              <a:pathLst>
                <a:path w="5120640" h="3360419">
                  <a:moveTo>
                    <a:pt x="4560697" y="0"/>
                  </a:moveTo>
                  <a:lnTo>
                    <a:pt x="560069" y="0"/>
                  </a:lnTo>
                  <a:lnTo>
                    <a:pt x="511755" y="2055"/>
                  </a:lnTo>
                  <a:lnTo>
                    <a:pt x="464580" y="8109"/>
                  </a:lnTo>
                  <a:lnTo>
                    <a:pt x="418712" y="17993"/>
                  </a:lnTo>
                  <a:lnTo>
                    <a:pt x="374320" y="31540"/>
                  </a:lnTo>
                  <a:lnTo>
                    <a:pt x="331572" y="48582"/>
                  </a:lnTo>
                  <a:lnTo>
                    <a:pt x="290637" y="68949"/>
                  </a:lnTo>
                  <a:lnTo>
                    <a:pt x="251683" y="92475"/>
                  </a:lnTo>
                  <a:lnTo>
                    <a:pt x="214878" y="118991"/>
                  </a:lnTo>
                  <a:lnTo>
                    <a:pt x="180390" y="148329"/>
                  </a:lnTo>
                  <a:lnTo>
                    <a:pt x="148388" y="180321"/>
                  </a:lnTo>
                  <a:lnTo>
                    <a:pt x="119040" y="214799"/>
                  </a:lnTo>
                  <a:lnTo>
                    <a:pt x="92514" y="251595"/>
                  </a:lnTo>
                  <a:lnTo>
                    <a:pt x="68979" y="290540"/>
                  </a:lnTo>
                  <a:lnTo>
                    <a:pt x="48604" y="331467"/>
                  </a:lnTo>
                  <a:lnTo>
                    <a:pt x="31555" y="374207"/>
                  </a:lnTo>
                  <a:lnTo>
                    <a:pt x="18002" y="418593"/>
                  </a:lnTo>
                  <a:lnTo>
                    <a:pt x="8113" y="464456"/>
                  </a:lnTo>
                  <a:lnTo>
                    <a:pt x="2056" y="511629"/>
                  </a:lnTo>
                  <a:lnTo>
                    <a:pt x="0" y="559943"/>
                  </a:lnTo>
                  <a:lnTo>
                    <a:pt x="0" y="2799867"/>
                  </a:lnTo>
                  <a:lnTo>
                    <a:pt x="2056" y="2848184"/>
                  </a:lnTo>
                  <a:lnTo>
                    <a:pt x="8113" y="2895361"/>
                  </a:lnTo>
                  <a:lnTo>
                    <a:pt x="18002" y="2941227"/>
                  </a:lnTo>
                  <a:lnTo>
                    <a:pt x="31555" y="2985616"/>
                  </a:lnTo>
                  <a:lnTo>
                    <a:pt x="48604" y="3028360"/>
                  </a:lnTo>
                  <a:lnTo>
                    <a:pt x="68979" y="3069290"/>
                  </a:lnTo>
                  <a:lnTo>
                    <a:pt x="92514" y="3108237"/>
                  </a:lnTo>
                  <a:lnTo>
                    <a:pt x="119040" y="3145036"/>
                  </a:lnTo>
                  <a:lnTo>
                    <a:pt x="148388" y="3179516"/>
                  </a:lnTo>
                  <a:lnTo>
                    <a:pt x="180390" y="3211510"/>
                  </a:lnTo>
                  <a:lnTo>
                    <a:pt x="214878" y="3240849"/>
                  </a:lnTo>
                  <a:lnTo>
                    <a:pt x="251683" y="3267367"/>
                  </a:lnTo>
                  <a:lnTo>
                    <a:pt x="290637" y="3290894"/>
                  </a:lnTo>
                  <a:lnTo>
                    <a:pt x="331572" y="3311263"/>
                  </a:lnTo>
                  <a:lnTo>
                    <a:pt x="374320" y="3328305"/>
                  </a:lnTo>
                  <a:lnTo>
                    <a:pt x="418712" y="3341853"/>
                  </a:lnTo>
                  <a:lnTo>
                    <a:pt x="464580" y="3351738"/>
                  </a:lnTo>
                  <a:lnTo>
                    <a:pt x="511755" y="3357793"/>
                  </a:lnTo>
                  <a:lnTo>
                    <a:pt x="560069" y="3359848"/>
                  </a:lnTo>
                  <a:lnTo>
                    <a:pt x="4560697" y="3359848"/>
                  </a:lnTo>
                  <a:lnTo>
                    <a:pt x="4609010" y="3357793"/>
                  </a:lnTo>
                  <a:lnTo>
                    <a:pt x="4656183" y="3351738"/>
                  </a:lnTo>
                  <a:lnTo>
                    <a:pt x="4702046" y="3341853"/>
                  </a:lnTo>
                  <a:lnTo>
                    <a:pt x="4746432" y="3328305"/>
                  </a:lnTo>
                  <a:lnTo>
                    <a:pt x="4789172" y="3311263"/>
                  </a:lnTo>
                  <a:lnTo>
                    <a:pt x="4830099" y="3290894"/>
                  </a:lnTo>
                  <a:lnTo>
                    <a:pt x="4869044" y="3267367"/>
                  </a:lnTo>
                  <a:lnTo>
                    <a:pt x="4905840" y="3240849"/>
                  </a:lnTo>
                  <a:lnTo>
                    <a:pt x="4940318" y="3211510"/>
                  </a:lnTo>
                  <a:lnTo>
                    <a:pt x="4972310" y="3179516"/>
                  </a:lnTo>
                  <a:lnTo>
                    <a:pt x="5001648" y="3145036"/>
                  </a:lnTo>
                  <a:lnTo>
                    <a:pt x="5028164" y="3108237"/>
                  </a:lnTo>
                  <a:lnTo>
                    <a:pt x="5051690" y="3069290"/>
                  </a:lnTo>
                  <a:lnTo>
                    <a:pt x="5072057" y="3028360"/>
                  </a:lnTo>
                  <a:lnTo>
                    <a:pt x="5089099" y="2985616"/>
                  </a:lnTo>
                  <a:lnTo>
                    <a:pt x="5102646" y="2941227"/>
                  </a:lnTo>
                  <a:lnTo>
                    <a:pt x="5112530" y="2895361"/>
                  </a:lnTo>
                  <a:lnTo>
                    <a:pt x="5118584" y="2848184"/>
                  </a:lnTo>
                  <a:lnTo>
                    <a:pt x="5120640" y="2799867"/>
                  </a:lnTo>
                  <a:lnTo>
                    <a:pt x="5120640" y="559943"/>
                  </a:lnTo>
                  <a:lnTo>
                    <a:pt x="5118584" y="511629"/>
                  </a:lnTo>
                  <a:lnTo>
                    <a:pt x="5112530" y="464456"/>
                  </a:lnTo>
                  <a:lnTo>
                    <a:pt x="5102646" y="418593"/>
                  </a:lnTo>
                  <a:lnTo>
                    <a:pt x="5089099" y="374207"/>
                  </a:lnTo>
                  <a:lnTo>
                    <a:pt x="5072057" y="331467"/>
                  </a:lnTo>
                  <a:lnTo>
                    <a:pt x="5051690" y="290540"/>
                  </a:lnTo>
                  <a:lnTo>
                    <a:pt x="5028164" y="251595"/>
                  </a:lnTo>
                  <a:lnTo>
                    <a:pt x="5001648" y="214799"/>
                  </a:lnTo>
                  <a:lnTo>
                    <a:pt x="4972310" y="180321"/>
                  </a:lnTo>
                  <a:lnTo>
                    <a:pt x="4940318" y="148329"/>
                  </a:lnTo>
                  <a:lnTo>
                    <a:pt x="4905840" y="118991"/>
                  </a:lnTo>
                  <a:lnTo>
                    <a:pt x="4869044" y="92475"/>
                  </a:lnTo>
                  <a:lnTo>
                    <a:pt x="4830099" y="68949"/>
                  </a:lnTo>
                  <a:lnTo>
                    <a:pt x="4789172" y="48582"/>
                  </a:lnTo>
                  <a:lnTo>
                    <a:pt x="4746432" y="31540"/>
                  </a:lnTo>
                  <a:lnTo>
                    <a:pt x="4702046" y="17993"/>
                  </a:lnTo>
                  <a:lnTo>
                    <a:pt x="4656183" y="8109"/>
                  </a:lnTo>
                  <a:lnTo>
                    <a:pt x="4609010" y="2055"/>
                  </a:lnTo>
                  <a:lnTo>
                    <a:pt x="456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38703" y="14683866"/>
              <a:ext cx="5120640" cy="3360420"/>
            </a:xfrm>
            <a:custGeom>
              <a:avLst/>
              <a:gdLst/>
              <a:ahLst/>
              <a:cxnLst/>
              <a:rect l="l" t="t" r="r" b="b"/>
              <a:pathLst>
                <a:path w="5120640" h="3360419">
                  <a:moveTo>
                    <a:pt x="0" y="559943"/>
                  </a:moveTo>
                  <a:lnTo>
                    <a:pt x="2056" y="511629"/>
                  </a:lnTo>
                  <a:lnTo>
                    <a:pt x="8113" y="464456"/>
                  </a:lnTo>
                  <a:lnTo>
                    <a:pt x="18002" y="418593"/>
                  </a:lnTo>
                  <a:lnTo>
                    <a:pt x="31555" y="374207"/>
                  </a:lnTo>
                  <a:lnTo>
                    <a:pt x="48604" y="331467"/>
                  </a:lnTo>
                  <a:lnTo>
                    <a:pt x="68979" y="290540"/>
                  </a:lnTo>
                  <a:lnTo>
                    <a:pt x="92514" y="251595"/>
                  </a:lnTo>
                  <a:lnTo>
                    <a:pt x="119040" y="214799"/>
                  </a:lnTo>
                  <a:lnTo>
                    <a:pt x="148388" y="180321"/>
                  </a:lnTo>
                  <a:lnTo>
                    <a:pt x="180390" y="148329"/>
                  </a:lnTo>
                  <a:lnTo>
                    <a:pt x="214878" y="118991"/>
                  </a:lnTo>
                  <a:lnTo>
                    <a:pt x="251683" y="92475"/>
                  </a:lnTo>
                  <a:lnTo>
                    <a:pt x="290637" y="68949"/>
                  </a:lnTo>
                  <a:lnTo>
                    <a:pt x="331572" y="48582"/>
                  </a:lnTo>
                  <a:lnTo>
                    <a:pt x="374320" y="31540"/>
                  </a:lnTo>
                  <a:lnTo>
                    <a:pt x="418712" y="17993"/>
                  </a:lnTo>
                  <a:lnTo>
                    <a:pt x="464580" y="8109"/>
                  </a:lnTo>
                  <a:lnTo>
                    <a:pt x="511755" y="2055"/>
                  </a:lnTo>
                  <a:lnTo>
                    <a:pt x="560069" y="0"/>
                  </a:lnTo>
                  <a:lnTo>
                    <a:pt x="4560697" y="0"/>
                  </a:lnTo>
                  <a:lnTo>
                    <a:pt x="4609010" y="2055"/>
                  </a:lnTo>
                  <a:lnTo>
                    <a:pt x="4656183" y="8109"/>
                  </a:lnTo>
                  <a:lnTo>
                    <a:pt x="4702046" y="17993"/>
                  </a:lnTo>
                  <a:lnTo>
                    <a:pt x="4746432" y="31540"/>
                  </a:lnTo>
                  <a:lnTo>
                    <a:pt x="4789172" y="48582"/>
                  </a:lnTo>
                  <a:lnTo>
                    <a:pt x="4830099" y="68949"/>
                  </a:lnTo>
                  <a:lnTo>
                    <a:pt x="4869044" y="92475"/>
                  </a:lnTo>
                  <a:lnTo>
                    <a:pt x="4905840" y="118991"/>
                  </a:lnTo>
                  <a:lnTo>
                    <a:pt x="4940318" y="148329"/>
                  </a:lnTo>
                  <a:lnTo>
                    <a:pt x="4972310" y="180321"/>
                  </a:lnTo>
                  <a:lnTo>
                    <a:pt x="5001648" y="214799"/>
                  </a:lnTo>
                  <a:lnTo>
                    <a:pt x="5028164" y="251595"/>
                  </a:lnTo>
                  <a:lnTo>
                    <a:pt x="5051690" y="290540"/>
                  </a:lnTo>
                  <a:lnTo>
                    <a:pt x="5072057" y="331467"/>
                  </a:lnTo>
                  <a:lnTo>
                    <a:pt x="5089099" y="374207"/>
                  </a:lnTo>
                  <a:lnTo>
                    <a:pt x="5102646" y="418593"/>
                  </a:lnTo>
                  <a:lnTo>
                    <a:pt x="5112530" y="464456"/>
                  </a:lnTo>
                  <a:lnTo>
                    <a:pt x="5118584" y="511629"/>
                  </a:lnTo>
                  <a:lnTo>
                    <a:pt x="5120640" y="559943"/>
                  </a:lnTo>
                  <a:lnTo>
                    <a:pt x="5120640" y="2799867"/>
                  </a:lnTo>
                  <a:lnTo>
                    <a:pt x="5118584" y="2848184"/>
                  </a:lnTo>
                  <a:lnTo>
                    <a:pt x="5112530" y="2895361"/>
                  </a:lnTo>
                  <a:lnTo>
                    <a:pt x="5102646" y="2941227"/>
                  </a:lnTo>
                  <a:lnTo>
                    <a:pt x="5089099" y="2985616"/>
                  </a:lnTo>
                  <a:lnTo>
                    <a:pt x="5072057" y="3028360"/>
                  </a:lnTo>
                  <a:lnTo>
                    <a:pt x="5051690" y="3069290"/>
                  </a:lnTo>
                  <a:lnTo>
                    <a:pt x="5028164" y="3108237"/>
                  </a:lnTo>
                  <a:lnTo>
                    <a:pt x="5001648" y="3145036"/>
                  </a:lnTo>
                  <a:lnTo>
                    <a:pt x="4972310" y="3179516"/>
                  </a:lnTo>
                  <a:lnTo>
                    <a:pt x="4940318" y="3211510"/>
                  </a:lnTo>
                  <a:lnTo>
                    <a:pt x="4905840" y="3240849"/>
                  </a:lnTo>
                  <a:lnTo>
                    <a:pt x="4869044" y="3267367"/>
                  </a:lnTo>
                  <a:lnTo>
                    <a:pt x="4830099" y="3290894"/>
                  </a:lnTo>
                  <a:lnTo>
                    <a:pt x="4789172" y="3311263"/>
                  </a:lnTo>
                  <a:lnTo>
                    <a:pt x="4746432" y="3328305"/>
                  </a:lnTo>
                  <a:lnTo>
                    <a:pt x="4702046" y="3341853"/>
                  </a:lnTo>
                  <a:lnTo>
                    <a:pt x="4656183" y="3351738"/>
                  </a:lnTo>
                  <a:lnTo>
                    <a:pt x="4609010" y="3357793"/>
                  </a:lnTo>
                  <a:lnTo>
                    <a:pt x="4560697" y="3359848"/>
                  </a:lnTo>
                  <a:lnTo>
                    <a:pt x="560069" y="3359848"/>
                  </a:lnTo>
                  <a:lnTo>
                    <a:pt x="511755" y="3357793"/>
                  </a:lnTo>
                  <a:lnTo>
                    <a:pt x="464580" y="3351738"/>
                  </a:lnTo>
                  <a:lnTo>
                    <a:pt x="418712" y="3341853"/>
                  </a:lnTo>
                  <a:lnTo>
                    <a:pt x="374320" y="3328305"/>
                  </a:lnTo>
                  <a:lnTo>
                    <a:pt x="331572" y="3311263"/>
                  </a:lnTo>
                  <a:lnTo>
                    <a:pt x="290637" y="3290894"/>
                  </a:lnTo>
                  <a:lnTo>
                    <a:pt x="251683" y="3267367"/>
                  </a:lnTo>
                  <a:lnTo>
                    <a:pt x="214878" y="3240849"/>
                  </a:lnTo>
                  <a:lnTo>
                    <a:pt x="180390" y="3211510"/>
                  </a:lnTo>
                  <a:lnTo>
                    <a:pt x="148388" y="3179516"/>
                  </a:lnTo>
                  <a:lnTo>
                    <a:pt x="119040" y="3145036"/>
                  </a:lnTo>
                  <a:lnTo>
                    <a:pt x="92514" y="3108237"/>
                  </a:lnTo>
                  <a:lnTo>
                    <a:pt x="68979" y="3069290"/>
                  </a:lnTo>
                  <a:lnTo>
                    <a:pt x="48604" y="3028360"/>
                  </a:lnTo>
                  <a:lnTo>
                    <a:pt x="31555" y="2985616"/>
                  </a:lnTo>
                  <a:lnTo>
                    <a:pt x="18002" y="2941227"/>
                  </a:lnTo>
                  <a:lnTo>
                    <a:pt x="8113" y="2895361"/>
                  </a:lnTo>
                  <a:lnTo>
                    <a:pt x="2056" y="2848184"/>
                  </a:lnTo>
                  <a:lnTo>
                    <a:pt x="0" y="2799867"/>
                  </a:lnTo>
                  <a:lnTo>
                    <a:pt x="0" y="559943"/>
                  </a:lnTo>
                  <a:close/>
                </a:path>
              </a:pathLst>
            </a:custGeom>
            <a:ln w="9524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5088" y="2129015"/>
              <a:ext cx="3570755" cy="212752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78252" y="3494519"/>
              <a:ext cx="3479291" cy="83516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743199" y="2144395"/>
              <a:ext cx="3498215" cy="2054860"/>
            </a:xfrm>
            <a:custGeom>
              <a:avLst/>
              <a:gdLst/>
              <a:ahLst/>
              <a:cxnLst/>
              <a:rect l="l" t="t" r="r" b="b"/>
              <a:pathLst>
                <a:path w="3498215" h="2054860">
                  <a:moveTo>
                    <a:pt x="3155696" y="0"/>
                  </a:moveTo>
                  <a:lnTo>
                    <a:pt x="342392" y="0"/>
                  </a:lnTo>
                  <a:lnTo>
                    <a:pt x="295930" y="3128"/>
                  </a:lnTo>
                  <a:lnTo>
                    <a:pt x="251368" y="12239"/>
                  </a:lnTo>
                  <a:lnTo>
                    <a:pt x="209115" y="26925"/>
                  </a:lnTo>
                  <a:lnTo>
                    <a:pt x="169577" y="46778"/>
                  </a:lnTo>
                  <a:lnTo>
                    <a:pt x="133164" y="71387"/>
                  </a:lnTo>
                  <a:lnTo>
                    <a:pt x="100282" y="100345"/>
                  </a:lnTo>
                  <a:lnTo>
                    <a:pt x="71340" y="133243"/>
                  </a:lnTo>
                  <a:lnTo>
                    <a:pt x="46745" y="169672"/>
                  </a:lnTo>
                  <a:lnTo>
                    <a:pt x="26906" y="209222"/>
                  </a:lnTo>
                  <a:lnTo>
                    <a:pt x="12230" y="251486"/>
                  </a:lnTo>
                  <a:lnTo>
                    <a:pt x="3125" y="296054"/>
                  </a:lnTo>
                  <a:lnTo>
                    <a:pt x="0" y="342519"/>
                  </a:lnTo>
                  <a:lnTo>
                    <a:pt x="0" y="1712213"/>
                  </a:lnTo>
                  <a:lnTo>
                    <a:pt x="3125" y="1758678"/>
                  </a:lnTo>
                  <a:lnTo>
                    <a:pt x="12230" y="1803246"/>
                  </a:lnTo>
                  <a:lnTo>
                    <a:pt x="26906" y="1845510"/>
                  </a:lnTo>
                  <a:lnTo>
                    <a:pt x="46745" y="1885061"/>
                  </a:lnTo>
                  <a:lnTo>
                    <a:pt x="71340" y="1921489"/>
                  </a:lnTo>
                  <a:lnTo>
                    <a:pt x="100282" y="1954387"/>
                  </a:lnTo>
                  <a:lnTo>
                    <a:pt x="133164" y="1983345"/>
                  </a:lnTo>
                  <a:lnTo>
                    <a:pt x="169577" y="2007954"/>
                  </a:lnTo>
                  <a:lnTo>
                    <a:pt x="209115" y="2027807"/>
                  </a:lnTo>
                  <a:lnTo>
                    <a:pt x="251368" y="2042493"/>
                  </a:lnTo>
                  <a:lnTo>
                    <a:pt x="295930" y="2051604"/>
                  </a:lnTo>
                  <a:lnTo>
                    <a:pt x="342392" y="2054732"/>
                  </a:lnTo>
                  <a:lnTo>
                    <a:pt x="3155696" y="2054732"/>
                  </a:lnTo>
                  <a:lnTo>
                    <a:pt x="3202160" y="2051604"/>
                  </a:lnTo>
                  <a:lnTo>
                    <a:pt x="3246728" y="2042493"/>
                  </a:lnTo>
                  <a:lnTo>
                    <a:pt x="3288992" y="2027807"/>
                  </a:lnTo>
                  <a:lnTo>
                    <a:pt x="3328542" y="2007954"/>
                  </a:lnTo>
                  <a:lnTo>
                    <a:pt x="3364971" y="1983345"/>
                  </a:lnTo>
                  <a:lnTo>
                    <a:pt x="3397869" y="1954387"/>
                  </a:lnTo>
                  <a:lnTo>
                    <a:pt x="3426827" y="1921489"/>
                  </a:lnTo>
                  <a:lnTo>
                    <a:pt x="3451436" y="1885060"/>
                  </a:lnTo>
                  <a:lnTo>
                    <a:pt x="3471289" y="1845510"/>
                  </a:lnTo>
                  <a:lnTo>
                    <a:pt x="3485975" y="1803246"/>
                  </a:lnTo>
                  <a:lnTo>
                    <a:pt x="3495086" y="1758678"/>
                  </a:lnTo>
                  <a:lnTo>
                    <a:pt x="3498215" y="1712213"/>
                  </a:lnTo>
                  <a:lnTo>
                    <a:pt x="3498215" y="342519"/>
                  </a:lnTo>
                  <a:lnTo>
                    <a:pt x="3495086" y="296054"/>
                  </a:lnTo>
                  <a:lnTo>
                    <a:pt x="3485975" y="251486"/>
                  </a:lnTo>
                  <a:lnTo>
                    <a:pt x="3471289" y="209222"/>
                  </a:lnTo>
                  <a:lnTo>
                    <a:pt x="3451436" y="169671"/>
                  </a:lnTo>
                  <a:lnTo>
                    <a:pt x="3426827" y="133243"/>
                  </a:lnTo>
                  <a:lnTo>
                    <a:pt x="3397869" y="100345"/>
                  </a:lnTo>
                  <a:lnTo>
                    <a:pt x="3364971" y="71387"/>
                  </a:lnTo>
                  <a:lnTo>
                    <a:pt x="3328543" y="46778"/>
                  </a:lnTo>
                  <a:lnTo>
                    <a:pt x="3288992" y="26925"/>
                  </a:lnTo>
                  <a:lnTo>
                    <a:pt x="3246728" y="12239"/>
                  </a:lnTo>
                  <a:lnTo>
                    <a:pt x="3202160" y="3128"/>
                  </a:lnTo>
                  <a:lnTo>
                    <a:pt x="3155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743199" y="2144395"/>
              <a:ext cx="3498215" cy="2054860"/>
            </a:xfrm>
            <a:custGeom>
              <a:avLst/>
              <a:gdLst/>
              <a:ahLst/>
              <a:cxnLst/>
              <a:rect l="l" t="t" r="r" b="b"/>
              <a:pathLst>
                <a:path w="3498215" h="2054860">
                  <a:moveTo>
                    <a:pt x="0" y="342519"/>
                  </a:moveTo>
                  <a:lnTo>
                    <a:pt x="3125" y="296054"/>
                  </a:lnTo>
                  <a:lnTo>
                    <a:pt x="12230" y="251486"/>
                  </a:lnTo>
                  <a:lnTo>
                    <a:pt x="26906" y="209222"/>
                  </a:lnTo>
                  <a:lnTo>
                    <a:pt x="46745" y="169672"/>
                  </a:lnTo>
                  <a:lnTo>
                    <a:pt x="71340" y="133243"/>
                  </a:lnTo>
                  <a:lnTo>
                    <a:pt x="100282" y="100345"/>
                  </a:lnTo>
                  <a:lnTo>
                    <a:pt x="133164" y="71387"/>
                  </a:lnTo>
                  <a:lnTo>
                    <a:pt x="169577" y="46778"/>
                  </a:lnTo>
                  <a:lnTo>
                    <a:pt x="209115" y="26925"/>
                  </a:lnTo>
                  <a:lnTo>
                    <a:pt x="251368" y="12239"/>
                  </a:lnTo>
                  <a:lnTo>
                    <a:pt x="295930" y="3128"/>
                  </a:lnTo>
                  <a:lnTo>
                    <a:pt x="342392" y="0"/>
                  </a:lnTo>
                  <a:lnTo>
                    <a:pt x="3155696" y="0"/>
                  </a:lnTo>
                  <a:lnTo>
                    <a:pt x="3202160" y="3128"/>
                  </a:lnTo>
                  <a:lnTo>
                    <a:pt x="3246728" y="12239"/>
                  </a:lnTo>
                  <a:lnTo>
                    <a:pt x="3288992" y="26925"/>
                  </a:lnTo>
                  <a:lnTo>
                    <a:pt x="3328543" y="46778"/>
                  </a:lnTo>
                  <a:lnTo>
                    <a:pt x="3364971" y="71387"/>
                  </a:lnTo>
                  <a:lnTo>
                    <a:pt x="3397869" y="100345"/>
                  </a:lnTo>
                  <a:lnTo>
                    <a:pt x="3426827" y="133243"/>
                  </a:lnTo>
                  <a:lnTo>
                    <a:pt x="3451436" y="169671"/>
                  </a:lnTo>
                  <a:lnTo>
                    <a:pt x="3471289" y="209222"/>
                  </a:lnTo>
                  <a:lnTo>
                    <a:pt x="3485975" y="251486"/>
                  </a:lnTo>
                  <a:lnTo>
                    <a:pt x="3495086" y="296054"/>
                  </a:lnTo>
                  <a:lnTo>
                    <a:pt x="3498215" y="342519"/>
                  </a:lnTo>
                  <a:lnTo>
                    <a:pt x="3498215" y="1712213"/>
                  </a:lnTo>
                  <a:lnTo>
                    <a:pt x="3495086" y="1758678"/>
                  </a:lnTo>
                  <a:lnTo>
                    <a:pt x="3485975" y="1803246"/>
                  </a:lnTo>
                  <a:lnTo>
                    <a:pt x="3471289" y="1845510"/>
                  </a:lnTo>
                  <a:lnTo>
                    <a:pt x="3451436" y="1885060"/>
                  </a:lnTo>
                  <a:lnTo>
                    <a:pt x="3426827" y="1921489"/>
                  </a:lnTo>
                  <a:lnTo>
                    <a:pt x="3397869" y="1954387"/>
                  </a:lnTo>
                  <a:lnTo>
                    <a:pt x="3364971" y="1983345"/>
                  </a:lnTo>
                  <a:lnTo>
                    <a:pt x="3328542" y="2007954"/>
                  </a:lnTo>
                  <a:lnTo>
                    <a:pt x="3288992" y="2027807"/>
                  </a:lnTo>
                  <a:lnTo>
                    <a:pt x="3246728" y="2042493"/>
                  </a:lnTo>
                  <a:lnTo>
                    <a:pt x="3202160" y="2051604"/>
                  </a:lnTo>
                  <a:lnTo>
                    <a:pt x="3155696" y="2054732"/>
                  </a:lnTo>
                  <a:lnTo>
                    <a:pt x="342392" y="2054732"/>
                  </a:lnTo>
                  <a:lnTo>
                    <a:pt x="295930" y="2051604"/>
                  </a:lnTo>
                  <a:lnTo>
                    <a:pt x="251368" y="2042493"/>
                  </a:lnTo>
                  <a:lnTo>
                    <a:pt x="209115" y="2027807"/>
                  </a:lnTo>
                  <a:lnTo>
                    <a:pt x="169577" y="2007954"/>
                  </a:lnTo>
                  <a:lnTo>
                    <a:pt x="133164" y="1983345"/>
                  </a:lnTo>
                  <a:lnTo>
                    <a:pt x="100282" y="1954387"/>
                  </a:lnTo>
                  <a:lnTo>
                    <a:pt x="71340" y="1921489"/>
                  </a:lnTo>
                  <a:lnTo>
                    <a:pt x="46745" y="1885061"/>
                  </a:lnTo>
                  <a:lnTo>
                    <a:pt x="26906" y="1845510"/>
                  </a:lnTo>
                  <a:lnTo>
                    <a:pt x="12230" y="1803246"/>
                  </a:lnTo>
                  <a:lnTo>
                    <a:pt x="3125" y="1758678"/>
                  </a:lnTo>
                  <a:lnTo>
                    <a:pt x="0" y="1712213"/>
                  </a:lnTo>
                  <a:lnTo>
                    <a:pt x="0" y="342519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945383" y="3563239"/>
            <a:ext cx="3098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marR="5080" indent="-386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Department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Science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[AIML]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76655" y="2222116"/>
            <a:ext cx="7981950" cy="6152515"/>
            <a:chOff x="676655" y="2222116"/>
            <a:chExt cx="7981950" cy="6152515"/>
          </a:xfrm>
        </p:grpSpPr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655" y="5324881"/>
              <a:ext cx="2110740" cy="50137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5087" y="5327891"/>
              <a:ext cx="1298448" cy="56084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731519" y="534924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40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80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31519" y="534924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40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39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82739" y="2222116"/>
              <a:ext cx="1775679" cy="143866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6655" y="7810462"/>
              <a:ext cx="2110740" cy="50295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9263" y="7813535"/>
              <a:ext cx="1528572" cy="56084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31519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39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80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31519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39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39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137310" y="7876794"/>
            <a:ext cx="1199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306311" y="7810462"/>
            <a:ext cx="2110740" cy="564515"/>
            <a:chOff x="6306311" y="7810462"/>
            <a:chExt cx="2110740" cy="564515"/>
          </a:xfrm>
        </p:grpSpPr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06311" y="7810462"/>
              <a:ext cx="2110740" cy="502958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97039" y="7813535"/>
              <a:ext cx="1133868" cy="56084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360032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1805939" y="0"/>
                  </a:moveTo>
                  <a:lnTo>
                    <a:pt x="0" y="0"/>
                  </a:lnTo>
                  <a:lnTo>
                    <a:pt x="205739" y="205739"/>
                  </a:lnTo>
                  <a:lnTo>
                    <a:pt x="0" y="411479"/>
                  </a:lnTo>
                  <a:lnTo>
                    <a:pt x="1805939" y="411479"/>
                  </a:lnTo>
                  <a:lnTo>
                    <a:pt x="2011680" y="205739"/>
                  </a:lnTo>
                  <a:lnTo>
                    <a:pt x="1805939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360032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0" y="0"/>
                  </a:moveTo>
                  <a:lnTo>
                    <a:pt x="1805939" y="0"/>
                  </a:lnTo>
                  <a:lnTo>
                    <a:pt x="2011680" y="205739"/>
                  </a:lnTo>
                  <a:lnTo>
                    <a:pt x="1805939" y="411479"/>
                  </a:lnTo>
                  <a:lnTo>
                    <a:pt x="0" y="411479"/>
                  </a:lnTo>
                  <a:lnTo>
                    <a:pt x="205739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6964426" y="7876794"/>
            <a:ext cx="803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76655" y="11817108"/>
            <a:ext cx="3173095" cy="591820"/>
            <a:chOff x="676655" y="11817108"/>
            <a:chExt cx="3173095" cy="591820"/>
          </a:xfrm>
        </p:grpSpPr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6655" y="11817108"/>
              <a:ext cx="3172968" cy="55472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46987" y="11847563"/>
              <a:ext cx="2439924" cy="56084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731519" y="11841861"/>
              <a:ext cx="3074035" cy="464184"/>
            </a:xfrm>
            <a:custGeom>
              <a:avLst/>
              <a:gdLst/>
              <a:ahLst/>
              <a:cxnLst/>
              <a:rect l="l" t="t" r="r" b="b"/>
              <a:pathLst>
                <a:path w="3074035" h="464184">
                  <a:moveTo>
                    <a:pt x="2841625" y="0"/>
                  </a:moveTo>
                  <a:lnTo>
                    <a:pt x="0" y="0"/>
                  </a:lnTo>
                  <a:lnTo>
                    <a:pt x="231927" y="231902"/>
                  </a:lnTo>
                  <a:lnTo>
                    <a:pt x="0" y="463931"/>
                  </a:lnTo>
                  <a:lnTo>
                    <a:pt x="2841625" y="463931"/>
                  </a:lnTo>
                  <a:lnTo>
                    <a:pt x="3073527" y="231902"/>
                  </a:lnTo>
                  <a:lnTo>
                    <a:pt x="2841625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31519" y="11841861"/>
              <a:ext cx="3074035" cy="464184"/>
            </a:xfrm>
            <a:custGeom>
              <a:avLst/>
              <a:gdLst/>
              <a:ahLst/>
              <a:cxnLst/>
              <a:rect l="l" t="t" r="r" b="b"/>
              <a:pathLst>
                <a:path w="3074035" h="464184">
                  <a:moveTo>
                    <a:pt x="0" y="0"/>
                  </a:moveTo>
                  <a:lnTo>
                    <a:pt x="2841625" y="0"/>
                  </a:lnTo>
                  <a:lnTo>
                    <a:pt x="3073527" y="231902"/>
                  </a:lnTo>
                  <a:lnTo>
                    <a:pt x="2841625" y="463931"/>
                  </a:lnTo>
                  <a:lnTo>
                    <a:pt x="0" y="463931"/>
                  </a:lnTo>
                  <a:lnTo>
                    <a:pt x="231927" y="2319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213510" y="11909806"/>
            <a:ext cx="2115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423672" y="14563369"/>
            <a:ext cx="2110740" cy="563880"/>
            <a:chOff x="423672" y="14563369"/>
            <a:chExt cx="2110740" cy="563880"/>
          </a:xfrm>
        </p:grpSpPr>
        <p:pic>
          <p:nvPicPr>
            <p:cNvPr id="53" name="object 5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3672" y="14563369"/>
              <a:ext cx="2110740" cy="50137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7823" y="14566379"/>
              <a:ext cx="1205471" cy="56084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477735" y="14587474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4" h="411480">
                  <a:moveTo>
                    <a:pt x="1805978" y="0"/>
                  </a:moveTo>
                  <a:lnTo>
                    <a:pt x="0" y="0"/>
                  </a:lnTo>
                  <a:lnTo>
                    <a:pt x="205740" y="205739"/>
                  </a:lnTo>
                  <a:lnTo>
                    <a:pt x="0" y="411479"/>
                  </a:lnTo>
                  <a:lnTo>
                    <a:pt x="1805978" y="411479"/>
                  </a:lnTo>
                  <a:lnTo>
                    <a:pt x="2011718" y="205739"/>
                  </a:lnTo>
                  <a:lnTo>
                    <a:pt x="1805978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77735" y="14587474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4" h="411480">
                  <a:moveTo>
                    <a:pt x="0" y="0"/>
                  </a:moveTo>
                  <a:lnTo>
                    <a:pt x="1805978" y="0"/>
                  </a:lnTo>
                  <a:lnTo>
                    <a:pt x="2011718" y="205739"/>
                  </a:lnTo>
                  <a:lnTo>
                    <a:pt x="1805978" y="411479"/>
                  </a:lnTo>
                  <a:lnTo>
                    <a:pt x="0" y="411479"/>
                  </a:lnTo>
                  <a:lnTo>
                    <a:pt x="205740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044955" y="14629257"/>
            <a:ext cx="8775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2970276" y="14619693"/>
            <a:ext cx="2110740" cy="565785"/>
            <a:chOff x="2970276" y="14619693"/>
            <a:chExt cx="2110740" cy="565785"/>
          </a:xfrm>
        </p:grpSpPr>
        <p:pic>
          <p:nvPicPr>
            <p:cNvPr id="59" name="object 5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70276" y="14619693"/>
              <a:ext cx="2110740" cy="502958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70732" y="14624291"/>
              <a:ext cx="914425" cy="560844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3024505" y="14644877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39" y="205739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80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024505" y="14644877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80" y="205739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39" y="2057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3738498" y="14686914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8453608" y="14647150"/>
            <a:ext cx="2065655" cy="561340"/>
            <a:chOff x="8453608" y="14647150"/>
            <a:chExt cx="2065655" cy="561340"/>
          </a:xfrm>
        </p:grpSpPr>
        <p:pic>
          <p:nvPicPr>
            <p:cNvPr id="65" name="object 6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53608" y="14653256"/>
              <a:ext cx="2065052" cy="483138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105899" y="14647150"/>
              <a:ext cx="754379" cy="560844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8480551" y="14668245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40" y="205740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79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480551" y="14668245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79" y="205740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40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9274556" y="14709723"/>
            <a:ext cx="424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SDG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903602" y="4477892"/>
            <a:ext cx="871791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UniMentor</a:t>
            </a:r>
            <a:r>
              <a:rPr dirty="0" sz="3200" spc="-6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—</a:t>
            </a:r>
            <a:r>
              <a:rPr dirty="0" sz="3200" spc="-6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Unified</a:t>
            </a:r>
            <a:r>
              <a:rPr dirty="0" sz="3200" spc="-70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2C5A"/>
                </a:solidFill>
                <a:latin typeface="Calibri"/>
                <a:cs typeface="Calibri"/>
              </a:rPr>
              <a:t>AI-Powered</a:t>
            </a:r>
            <a:r>
              <a:rPr dirty="0" sz="3200" spc="-8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Student</a:t>
            </a:r>
            <a:r>
              <a:rPr dirty="0" sz="3200" spc="-80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2C5A"/>
                </a:solidFill>
                <a:latin typeface="Calibri"/>
                <a:cs typeface="Calibri"/>
              </a:rPr>
              <a:t>Platform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535940" y="5276215"/>
            <a:ext cx="9160510" cy="217424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729615">
              <a:lnSpc>
                <a:spcPct val="100000"/>
              </a:lnSpc>
              <a:spcBef>
                <a:spcPts val="10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ABSTARCT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900"/>
              </a:spcBef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presents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UniMentor,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AI-</a:t>
            </a:r>
            <a:r>
              <a:rPr dirty="0" sz="1800" spc="-10">
                <a:latin typeface="Calibri"/>
                <a:cs typeface="Calibri"/>
              </a:rPr>
              <a:t>powered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student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assistance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career </a:t>
            </a:r>
            <a:r>
              <a:rPr dirty="0" sz="1800">
                <a:latin typeface="Calibri"/>
                <a:cs typeface="Calibri"/>
              </a:rPr>
              <a:t>guidance,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exam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preparation,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skill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development,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academic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progress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tracking.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 integrates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personalized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mentorship,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adaptive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learning,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AI-</a:t>
            </a:r>
            <a:r>
              <a:rPr dirty="0" sz="1800" spc="-10">
                <a:latin typeface="Calibri"/>
                <a:cs typeface="Calibri"/>
              </a:rPr>
              <a:t>powered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quiz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generation,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recommendation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single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interactive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Groq,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Gemini,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Ollama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along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modern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technologies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framework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delivers </a:t>
            </a:r>
            <a:r>
              <a:rPr dirty="0" sz="1800">
                <a:latin typeface="Calibri"/>
                <a:cs typeface="Calibri"/>
              </a:rPr>
              <a:t>scalable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personalized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experiences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students.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810259" y="8533892"/>
            <a:ext cx="2149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Insert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flowchart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here...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6900036" y="8603742"/>
            <a:ext cx="3376929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800">
                <a:latin typeface="Calibri"/>
                <a:cs typeface="Calibri"/>
              </a:rPr>
              <a:t>Insert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charts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graphs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here...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725220" y="17054881"/>
            <a:ext cx="149987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 b="1">
                <a:latin typeface="Calibri"/>
                <a:cs typeface="Calibri"/>
              </a:rPr>
              <a:t>Dr. </a:t>
            </a:r>
            <a:r>
              <a:rPr dirty="0" sz="1400" b="1">
                <a:latin typeface="Calibri"/>
                <a:cs typeface="Calibri"/>
              </a:rPr>
              <a:t>MAHESH</a:t>
            </a:r>
            <a:r>
              <a:rPr dirty="0" sz="1400" spc="-7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KALUTI</a:t>
            </a:r>
            <a:endParaRPr sz="1400">
              <a:latin typeface="Calibri"/>
              <a:cs typeface="Calibri"/>
            </a:endParaRPr>
          </a:p>
          <a:p>
            <a:pPr marL="12700" marR="27305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>Professor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Head, </a:t>
            </a:r>
            <a:r>
              <a:rPr dirty="0" sz="1400">
                <a:latin typeface="Calibri"/>
                <a:cs typeface="Calibri"/>
              </a:rPr>
              <a:t>Dept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CSE[AIML]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-57150" y="-57088"/>
            <a:ext cx="12303125" cy="18397855"/>
            <a:chOff x="-57150" y="-57088"/>
            <a:chExt cx="12303125" cy="18397855"/>
          </a:xfrm>
        </p:grpSpPr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730740" y="5552567"/>
              <a:ext cx="2060702" cy="1874520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0" y="61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587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0" y="61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14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3633" y="15163545"/>
              <a:ext cx="1878838" cy="1839849"/>
            </a:xfrm>
            <a:prstGeom prst="rect">
              <a:avLst/>
            </a:prstGeom>
          </p:spPr>
        </p:pic>
      </p:grpSp>
      <p:sp>
        <p:nvSpPr>
          <p:cNvPr id="82" name="object 82" descr=""/>
          <p:cNvSpPr txBox="1"/>
          <p:nvPr/>
        </p:nvSpPr>
        <p:spPr>
          <a:xfrm>
            <a:off x="4226814" y="17003369"/>
            <a:ext cx="770255" cy="459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Trebuchet MS"/>
                <a:cs typeface="Trebuchet MS"/>
              </a:rPr>
              <a:t>NIRANJAN</a:t>
            </a:r>
            <a:r>
              <a:rPr dirty="0" sz="1050" spc="-60" b="1">
                <a:latin typeface="Trebuchet MS"/>
                <a:cs typeface="Trebuchet MS"/>
              </a:rPr>
              <a:t> </a:t>
            </a:r>
            <a:r>
              <a:rPr dirty="0" sz="1050" spc="-50" b="1">
                <a:latin typeface="Trebuchet MS"/>
                <a:cs typeface="Trebuchet MS"/>
              </a:rPr>
              <a:t>C</a:t>
            </a:r>
            <a:endParaRPr sz="105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890"/>
              </a:spcBef>
            </a:pPr>
            <a:r>
              <a:rPr dirty="0" sz="1050" spc="-10" b="1">
                <a:latin typeface="Trebuchet MS"/>
                <a:cs typeface="Trebuchet MS"/>
              </a:rPr>
              <a:t>4PS22CI033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535914" y="2152396"/>
            <a:ext cx="11283315" cy="14777085"/>
            <a:chOff x="535914" y="2152396"/>
            <a:chExt cx="11283315" cy="14777085"/>
          </a:xfrm>
        </p:grpSpPr>
        <p:pic>
          <p:nvPicPr>
            <p:cNvPr id="84" name="object 8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020822" y="15609697"/>
              <a:ext cx="961288" cy="130289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91582" y="15615158"/>
              <a:ext cx="1040993" cy="1302893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628510" y="15626587"/>
              <a:ext cx="1002347" cy="1302892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241415" y="8330565"/>
              <a:ext cx="5458333" cy="304723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133333" y="15499384"/>
              <a:ext cx="1185125" cy="122016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401809" y="15499384"/>
              <a:ext cx="1185125" cy="122016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634091" y="15499384"/>
              <a:ext cx="1185125" cy="1220165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35914" y="12400788"/>
              <a:ext cx="3764534" cy="1866011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480178" y="12147423"/>
              <a:ext cx="3484879" cy="2119376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133333" y="12147423"/>
              <a:ext cx="3563366" cy="2119376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114165" y="15609697"/>
              <a:ext cx="1003528" cy="1302893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786123" y="2152396"/>
              <a:ext cx="1392047" cy="1468882"/>
            </a:xfrm>
            <a:prstGeom prst="rect">
              <a:avLst/>
            </a:prstGeom>
          </p:spPr>
        </p:pic>
      </p:grpSp>
      <p:sp>
        <p:nvSpPr>
          <p:cNvPr id="96" name="object 96" descr=""/>
          <p:cNvSpPr txBox="1"/>
          <p:nvPr/>
        </p:nvSpPr>
        <p:spPr>
          <a:xfrm>
            <a:off x="3121532" y="17025315"/>
            <a:ext cx="760730" cy="459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Trebuchet MS"/>
                <a:cs typeface="Trebuchet MS"/>
              </a:rPr>
              <a:t>LAKSHMI</a:t>
            </a:r>
            <a:r>
              <a:rPr dirty="0" sz="1050" spc="-55" b="1">
                <a:latin typeface="Trebuchet MS"/>
                <a:cs typeface="Trebuchet MS"/>
              </a:rPr>
              <a:t> </a:t>
            </a:r>
            <a:r>
              <a:rPr dirty="0" sz="1050" spc="-50" b="1">
                <a:latin typeface="Trebuchet MS"/>
                <a:cs typeface="Trebuchet MS"/>
              </a:rPr>
              <a:t>R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050" spc="-10" b="1">
                <a:latin typeface="Trebuchet MS"/>
                <a:cs typeface="Trebuchet MS"/>
              </a:rPr>
              <a:t>4PS22CI021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5192395" y="16986301"/>
            <a:ext cx="1167765" cy="459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050" spc="-20" b="1">
                <a:latin typeface="Trebuchet MS"/>
                <a:cs typeface="Trebuchet MS"/>
              </a:rPr>
              <a:t>TARUN</a:t>
            </a:r>
            <a:r>
              <a:rPr dirty="0" sz="1050" spc="-45" b="1">
                <a:latin typeface="Trebuchet MS"/>
                <a:cs typeface="Trebuchet MS"/>
              </a:rPr>
              <a:t> </a:t>
            </a:r>
            <a:r>
              <a:rPr dirty="0" sz="1050" b="1">
                <a:latin typeface="Trebuchet MS"/>
                <a:cs typeface="Trebuchet MS"/>
              </a:rPr>
              <a:t>GOWDA</a:t>
            </a:r>
            <a:r>
              <a:rPr dirty="0" sz="1050" spc="-110" b="1">
                <a:latin typeface="Trebuchet MS"/>
                <a:cs typeface="Trebuchet MS"/>
              </a:rPr>
              <a:t> </a:t>
            </a:r>
            <a:r>
              <a:rPr dirty="0" sz="1050" b="1">
                <a:latin typeface="Trebuchet MS"/>
                <a:cs typeface="Trebuchet MS"/>
              </a:rPr>
              <a:t>B</a:t>
            </a:r>
            <a:r>
              <a:rPr dirty="0" sz="1050" spc="10" b="1">
                <a:latin typeface="Trebuchet MS"/>
                <a:cs typeface="Trebuchet MS"/>
              </a:rPr>
              <a:t> </a:t>
            </a:r>
            <a:r>
              <a:rPr dirty="0" sz="1050" spc="-50" b="1">
                <a:latin typeface="Trebuchet MS"/>
                <a:cs typeface="Trebuchet MS"/>
              </a:rPr>
              <a:t>S</a:t>
            </a:r>
            <a:endParaRPr sz="105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  <a:spcBef>
                <a:spcPts val="885"/>
              </a:spcBef>
            </a:pPr>
            <a:r>
              <a:rPr dirty="0" sz="1050" spc="-10" b="1">
                <a:latin typeface="Trebuchet MS"/>
                <a:cs typeface="Trebuchet MS"/>
              </a:rPr>
              <a:t>4PS22CI053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6466459" y="16986605"/>
            <a:ext cx="1428115" cy="459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050" spc="-20" b="1">
                <a:latin typeface="Trebuchet MS"/>
                <a:cs typeface="Trebuchet MS"/>
              </a:rPr>
              <a:t>YADAGANI</a:t>
            </a:r>
            <a:r>
              <a:rPr dirty="0" sz="1050" spc="-15" b="1">
                <a:latin typeface="Trebuchet MS"/>
                <a:cs typeface="Trebuchet MS"/>
              </a:rPr>
              <a:t> </a:t>
            </a:r>
            <a:r>
              <a:rPr dirty="0" sz="1050" spc="-10" b="1">
                <a:latin typeface="Trebuchet MS"/>
                <a:cs typeface="Trebuchet MS"/>
              </a:rPr>
              <a:t>VIPANCHIKA</a:t>
            </a:r>
            <a:endParaRPr sz="1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1050" spc="-10" b="1">
                <a:latin typeface="Trebuchet MS"/>
                <a:cs typeface="Trebuchet MS"/>
              </a:rPr>
              <a:t>4PS22CI057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8242807" y="16787240"/>
            <a:ext cx="54102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4: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 spc="-10">
                <a:latin typeface="Calibri"/>
                <a:cs typeface="Calibri"/>
              </a:rPr>
              <a:t>Quality Education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9501631" y="16788130"/>
            <a:ext cx="94297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8: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Decent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Work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>
                <a:latin typeface="Calibri"/>
                <a:cs typeface="Calibri"/>
              </a:rPr>
              <a:t> Economic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Growth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10706861" y="16789145"/>
            <a:ext cx="106616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9: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Industry,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Innovation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Infrastructure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02" name="object 10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81965" y="8330692"/>
            <a:ext cx="5347589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0729" y="524081"/>
            <a:ext cx="6137910" cy="120840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1090"/>
              </a:spcBef>
            </a:pP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P</a:t>
            </a:r>
            <a:r>
              <a:rPr dirty="0" sz="2800" spc="-17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</a:t>
            </a:r>
            <a:r>
              <a:rPr dirty="0" sz="2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S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College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of</a:t>
            </a:r>
            <a:r>
              <a:rPr dirty="0" sz="2800" spc="-3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Engineering,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1F487C"/>
                </a:solidFill>
                <a:latin typeface="Times New Roman"/>
                <a:cs typeface="Times New Roman"/>
              </a:rPr>
              <a:t>Mandya</a:t>
            </a:r>
            <a:endParaRPr sz="28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  <a:spcBef>
                <a:spcPts val="640"/>
              </a:spcBef>
            </a:pP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AN</a:t>
            </a:r>
            <a:r>
              <a:rPr dirty="0" sz="1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(AUTONOMOUS</a:t>
            </a:r>
            <a:r>
              <a:rPr dirty="0" sz="1800" spc="-2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INSTITUTE</a:t>
            </a:r>
            <a:r>
              <a:rPr dirty="0" sz="1800" spc="-3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UNDER</a:t>
            </a:r>
            <a:r>
              <a:rPr dirty="0" sz="1800" spc="-6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45" b="1">
                <a:solidFill>
                  <a:srgbClr val="1F487C"/>
                </a:solidFill>
                <a:latin typeface="Times New Roman"/>
                <a:cs typeface="Times New Roman"/>
              </a:rPr>
              <a:t>VISVESVARAYA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TECHNOLOGICAL</a:t>
            </a:r>
            <a:r>
              <a:rPr dirty="0" sz="1800" spc="-9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F487C"/>
                </a:solidFill>
                <a:latin typeface="Times New Roman"/>
                <a:cs typeface="Times New Roman"/>
              </a:rPr>
              <a:t>UNIVERSITY,</a:t>
            </a:r>
            <a:r>
              <a:rPr dirty="0" sz="1800" spc="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BELAGAVI)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81355" y="492379"/>
            <a:ext cx="11618595" cy="17593310"/>
            <a:chOff x="281355" y="492379"/>
            <a:chExt cx="11618595" cy="17593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355" y="492379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2863" y="492379"/>
              <a:ext cx="1905000" cy="1905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68" y="5176995"/>
              <a:ext cx="11558030" cy="251466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79831" y="5192776"/>
              <a:ext cx="11485245" cy="2442845"/>
            </a:xfrm>
            <a:custGeom>
              <a:avLst/>
              <a:gdLst/>
              <a:ahLst/>
              <a:cxnLst/>
              <a:rect l="l" t="t" r="r" b="b"/>
              <a:pathLst>
                <a:path w="11485245" h="2442845">
                  <a:moveTo>
                    <a:pt x="11077981" y="0"/>
                  </a:moveTo>
                  <a:lnTo>
                    <a:pt x="407073" y="0"/>
                  </a:lnTo>
                  <a:lnTo>
                    <a:pt x="359598" y="2738"/>
                  </a:lnTo>
                  <a:lnTo>
                    <a:pt x="313732" y="10750"/>
                  </a:lnTo>
                  <a:lnTo>
                    <a:pt x="269781" y="23731"/>
                  </a:lnTo>
                  <a:lnTo>
                    <a:pt x="228049" y="41376"/>
                  </a:lnTo>
                  <a:lnTo>
                    <a:pt x="188842" y="63378"/>
                  </a:lnTo>
                  <a:lnTo>
                    <a:pt x="152466" y="89433"/>
                  </a:lnTo>
                  <a:lnTo>
                    <a:pt x="119226" y="119237"/>
                  </a:lnTo>
                  <a:lnTo>
                    <a:pt x="89426" y="152482"/>
                  </a:lnTo>
                  <a:lnTo>
                    <a:pt x="63374" y="188866"/>
                  </a:lnTo>
                  <a:lnTo>
                    <a:pt x="41374" y="228081"/>
                  </a:lnTo>
                  <a:lnTo>
                    <a:pt x="23730" y="269824"/>
                  </a:lnTo>
                  <a:lnTo>
                    <a:pt x="10750" y="313788"/>
                  </a:lnTo>
                  <a:lnTo>
                    <a:pt x="2738" y="359669"/>
                  </a:lnTo>
                  <a:lnTo>
                    <a:pt x="0" y="407161"/>
                  </a:lnTo>
                  <a:lnTo>
                    <a:pt x="0" y="2035428"/>
                  </a:lnTo>
                  <a:lnTo>
                    <a:pt x="2738" y="2082896"/>
                  </a:lnTo>
                  <a:lnTo>
                    <a:pt x="10750" y="2128755"/>
                  </a:lnTo>
                  <a:lnTo>
                    <a:pt x="23730" y="2172701"/>
                  </a:lnTo>
                  <a:lnTo>
                    <a:pt x="41374" y="2214428"/>
                  </a:lnTo>
                  <a:lnTo>
                    <a:pt x="63374" y="2253631"/>
                  </a:lnTo>
                  <a:lnTo>
                    <a:pt x="89426" y="2290004"/>
                  </a:lnTo>
                  <a:lnTo>
                    <a:pt x="119226" y="2323242"/>
                  </a:lnTo>
                  <a:lnTo>
                    <a:pt x="152466" y="2353040"/>
                  </a:lnTo>
                  <a:lnTo>
                    <a:pt x="188842" y="2379091"/>
                  </a:lnTo>
                  <a:lnTo>
                    <a:pt x="228049" y="2401090"/>
                  </a:lnTo>
                  <a:lnTo>
                    <a:pt x="269781" y="2418733"/>
                  </a:lnTo>
                  <a:lnTo>
                    <a:pt x="313732" y="2431713"/>
                  </a:lnTo>
                  <a:lnTo>
                    <a:pt x="359598" y="2439725"/>
                  </a:lnTo>
                  <a:lnTo>
                    <a:pt x="407073" y="2442463"/>
                  </a:lnTo>
                  <a:lnTo>
                    <a:pt x="11077981" y="2442463"/>
                  </a:lnTo>
                  <a:lnTo>
                    <a:pt x="11125473" y="2439725"/>
                  </a:lnTo>
                  <a:lnTo>
                    <a:pt x="11171354" y="2431713"/>
                  </a:lnTo>
                  <a:lnTo>
                    <a:pt x="11215319" y="2418733"/>
                  </a:lnTo>
                  <a:lnTo>
                    <a:pt x="11257061" y="2401090"/>
                  </a:lnTo>
                  <a:lnTo>
                    <a:pt x="11296277" y="2379091"/>
                  </a:lnTo>
                  <a:lnTo>
                    <a:pt x="11332660" y="2353040"/>
                  </a:lnTo>
                  <a:lnTo>
                    <a:pt x="11365906" y="2323242"/>
                  </a:lnTo>
                  <a:lnTo>
                    <a:pt x="11395709" y="2290004"/>
                  </a:lnTo>
                  <a:lnTo>
                    <a:pt x="11421764" y="2253631"/>
                  </a:lnTo>
                  <a:lnTo>
                    <a:pt x="11443767" y="2214428"/>
                  </a:lnTo>
                  <a:lnTo>
                    <a:pt x="11461411" y="2172701"/>
                  </a:lnTo>
                  <a:lnTo>
                    <a:pt x="11474392" y="2128755"/>
                  </a:lnTo>
                  <a:lnTo>
                    <a:pt x="11482404" y="2082896"/>
                  </a:lnTo>
                  <a:lnTo>
                    <a:pt x="11485143" y="2035428"/>
                  </a:lnTo>
                  <a:lnTo>
                    <a:pt x="11485143" y="407161"/>
                  </a:lnTo>
                  <a:lnTo>
                    <a:pt x="11482404" y="359669"/>
                  </a:lnTo>
                  <a:lnTo>
                    <a:pt x="11474392" y="313788"/>
                  </a:lnTo>
                  <a:lnTo>
                    <a:pt x="11461411" y="269824"/>
                  </a:lnTo>
                  <a:lnTo>
                    <a:pt x="11443767" y="228081"/>
                  </a:lnTo>
                  <a:lnTo>
                    <a:pt x="11421764" y="188866"/>
                  </a:lnTo>
                  <a:lnTo>
                    <a:pt x="11395709" y="152482"/>
                  </a:lnTo>
                  <a:lnTo>
                    <a:pt x="11365906" y="119237"/>
                  </a:lnTo>
                  <a:lnTo>
                    <a:pt x="11332660" y="89433"/>
                  </a:lnTo>
                  <a:lnTo>
                    <a:pt x="11296277" y="63378"/>
                  </a:lnTo>
                  <a:lnTo>
                    <a:pt x="11257061" y="41376"/>
                  </a:lnTo>
                  <a:lnTo>
                    <a:pt x="11215319" y="23731"/>
                  </a:lnTo>
                  <a:lnTo>
                    <a:pt x="11171354" y="10750"/>
                  </a:lnTo>
                  <a:lnTo>
                    <a:pt x="11125473" y="2738"/>
                  </a:lnTo>
                  <a:lnTo>
                    <a:pt x="11077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9831" y="5192776"/>
              <a:ext cx="11485245" cy="2442845"/>
            </a:xfrm>
            <a:custGeom>
              <a:avLst/>
              <a:gdLst/>
              <a:ahLst/>
              <a:cxnLst/>
              <a:rect l="l" t="t" r="r" b="b"/>
              <a:pathLst>
                <a:path w="11485245" h="2442845">
                  <a:moveTo>
                    <a:pt x="0" y="407161"/>
                  </a:moveTo>
                  <a:lnTo>
                    <a:pt x="2738" y="359669"/>
                  </a:lnTo>
                  <a:lnTo>
                    <a:pt x="10750" y="313788"/>
                  </a:lnTo>
                  <a:lnTo>
                    <a:pt x="23730" y="269824"/>
                  </a:lnTo>
                  <a:lnTo>
                    <a:pt x="41374" y="228081"/>
                  </a:lnTo>
                  <a:lnTo>
                    <a:pt x="63374" y="188866"/>
                  </a:lnTo>
                  <a:lnTo>
                    <a:pt x="89426" y="152482"/>
                  </a:lnTo>
                  <a:lnTo>
                    <a:pt x="119226" y="119237"/>
                  </a:lnTo>
                  <a:lnTo>
                    <a:pt x="152466" y="89433"/>
                  </a:lnTo>
                  <a:lnTo>
                    <a:pt x="188842" y="63378"/>
                  </a:lnTo>
                  <a:lnTo>
                    <a:pt x="228049" y="41376"/>
                  </a:lnTo>
                  <a:lnTo>
                    <a:pt x="269781" y="23731"/>
                  </a:lnTo>
                  <a:lnTo>
                    <a:pt x="313732" y="10750"/>
                  </a:lnTo>
                  <a:lnTo>
                    <a:pt x="359598" y="2738"/>
                  </a:lnTo>
                  <a:lnTo>
                    <a:pt x="407073" y="0"/>
                  </a:lnTo>
                  <a:lnTo>
                    <a:pt x="11077981" y="0"/>
                  </a:lnTo>
                  <a:lnTo>
                    <a:pt x="11125473" y="2738"/>
                  </a:lnTo>
                  <a:lnTo>
                    <a:pt x="11171354" y="10750"/>
                  </a:lnTo>
                  <a:lnTo>
                    <a:pt x="11215319" y="23731"/>
                  </a:lnTo>
                  <a:lnTo>
                    <a:pt x="11257061" y="41376"/>
                  </a:lnTo>
                  <a:lnTo>
                    <a:pt x="11296277" y="63378"/>
                  </a:lnTo>
                  <a:lnTo>
                    <a:pt x="11332660" y="89433"/>
                  </a:lnTo>
                  <a:lnTo>
                    <a:pt x="11365906" y="119237"/>
                  </a:lnTo>
                  <a:lnTo>
                    <a:pt x="11395709" y="152482"/>
                  </a:lnTo>
                  <a:lnTo>
                    <a:pt x="11421764" y="188866"/>
                  </a:lnTo>
                  <a:lnTo>
                    <a:pt x="11443767" y="228081"/>
                  </a:lnTo>
                  <a:lnTo>
                    <a:pt x="11461411" y="269824"/>
                  </a:lnTo>
                  <a:lnTo>
                    <a:pt x="11474392" y="313788"/>
                  </a:lnTo>
                  <a:lnTo>
                    <a:pt x="11482404" y="359669"/>
                  </a:lnTo>
                  <a:lnTo>
                    <a:pt x="11485143" y="407161"/>
                  </a:lnTo>
                  <a:lnTo>
                    <a:pt x="11485143" y="2035428"/>
                  </a:lnTo>
                  <a:lnTo>
                    <a:pt x="11482404" y="2082896"/>
                  </a:lnTo>
                  <a:lnTo>
                    <a:pt x="11474392" y="2128755"/>
                  </a:lnTo>
                  <a:lnTo>
                    <a:pt x="11461411" y="2172701"/>
                  </a:lnTo>
                  <a:lnTo>
                    <a:pt x="11443767" y="2214428"/>
                  </a:lnTo>
                  <a:lnTo>
                    <a:pt x="11421764" y="2253631"/>
                  </a:lnTo>
                  <a:lnTo>
                    <a:pt x="11395709" y="2290004"/>
                  </a:lnTo>
                  <a:lnTo>
                    <a:pt x="11365906" y="2323242"/>
                  </a:lnTo>
                  <a:lnTo>
                    <a:pt x="11332660" y="2353040"/>
                  </a:lnTo>
                  <a:lnTo>
                    <a:pt x="11296277" y="2379091"/>
                  </a:lnTo>
                  <a:lnTo>
                    <a:pt x="11257061" y="2401090"/>
                  </a:lnTo>
                  <a:lnTo>
                    <a:pt x="11215319" y="2418733"/>
                  </a:lnTo>
                  <a:lnTo>
                    <a:pt x="11171354" y="2431713"/>
                  </a:lnTo>
                  <a:lnTo>
                    <a:pt x="11125473" y="2439725"/>
                  </a:lnTo>
                  <a:lnTo>
                    <a:pt x="11077981" y="2442463"/>
                  </a:lnTo>
                  <a:lnTo>
                    <a:pt x="407073" y="2442463"/>
                  </a:lnTo>
                  <a:lnTo>
                    <a:pt x="359598" y="2439725"/>
                  </a:lnTo>
                  <a:lnTo>
                    <a:pt x="313732" y="2431713"/>
                  </a:lnTo>
                  <a:lnTo>
                    <a:pt x="269781" y="2418733"/>
                  </a:lnTo>
                  <a:lnTo>
                    <a:pt x="228049" y="2401090"/>
                  </a:lnTo>
                  <a:lnTo>
                    <a:pt x="188842" y="2379091"/>
                  </a:lnTo>
                  <a:lnTo>
                    <a:pt x="152466" y="2353040"/>
                  </a:lnTo>
                  <a:lnTo>
                    <a:pt x="119226" y="2323242"/>
                  </a:lnTo>
                  <a:lnTo>
                    <a:pt x="89426" y="2290004"/>
                  </a:lnTo>
                  <a:lnTo>
                    <a:pt x="63374" y="2253631"/>
                  </a:lnTo>
                  <a:lnTo>
                    <a:pt x="41374" y="2214428"/>
                  </a:lnTo>
                  <a:lnTo>
                    <a:pt x="23730" y="2172701"/>
                  </a:lnTo>
                  <a:lnTo>
                    <a:pt x="10750" y="2128755"/>
                  </a:lnTo>
                  <a:lnTo>
                    <a:pt x="2738" y="2082896"/>
                  </a:lnTo>
                  <a:lnTo>
                    <a:pt x="0" y="2035428"/>
                  </a:lnTo>
                  <a:lnTo>
                    <a:pt x="0" y="407161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740" y="7819622"/>
              <a:ext cx="5376702" cy="391367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72795" y="7835519"/>
              <a:ext cx="5303520" cy="3840479"/>
            </a:xfrm>
            <a:custGeom>
              <a:avLst/>
              <a:gdLst/>
              <a:ahLst/>
              <a:cxnLst/>
              <a:rect l="l" t="t" r="r" b="b"/>
              <a:pathLst>
                <a:path w="5303520" h="3840479">
                  <a:moveTo>
                    <a:pt x="4663389" y="0"/>
                  </a:moveTo>
                  <a:lnTo>
                    <a:pt x="640092" y="0"/>
                  </a:lnTo>
                  <a:lnTo>
                    <a:pt x="592321" y="1755"/>
                  </a:lnTo>
                  <a:lnTo>
                    <a:pt x="545503" y="6938"/>
                  </a:lnTo>
                  <a:lnTo>
                    <a:pt x="499763" y="15426"/>
                  </a:lnTo>
                  <a:lnTo>
                    <a:pt x="455224" y="27095"/>
                  </a:lnTo>
                  <a:lnTo>
                    <a:pt x="412009" y="41821"/>
                  </a:lnTo>
                  <a:lnTo>
                    <a:pt x="370244" y="59480"/>
                  </a:lnTo>
                  <a:lnTo>
                    <a:pt x="330050" y="79949"/>
                  </a:lnTo>
                  <a:lnTo>
                    <a:pt x="291553" y="103105"/>
                  </a:lnTo>
                  <a:lnTo>
                    <a:pt x="254876" y="128823"/>
                  </a:lnTo>
                  <a:lnTo>
                    <a:pt x="220143" y="156980"/>
                  </a:lnTo>
                  <a:lnTo>
                    <a:pt x="187477" y="187452"/>
                  </a:lnTo>
                  <a:lnTo>
                    <a:pt x="157002" y="220115"/>
                  </a:lnTo>
                  <a:lnTo>
                    <a:pt x="128842" y="254846"/>
                  </a:lnTo>
                  <a:lnTo>
                    <a:pt x="103121" y="291522"/>
                  </a:lnTo>
                  <a:lnTo>
                    <a:pt x="79963" y="330018"/>
                  </a:lnTo>
                  <a:lnTo>
                    <a:pt x="59491" y="370211"/>
                  </a:lnTo>
                  <a:lnTo>
                    <a:pt x="41829" y="411978"/>
                  </a:lnTo>
                  <a:lnTo>
                    <a:pt x="27100" y="455193"/>
                  </a:lnTo>
                  <a:lnTo>
                    <a:pt x="15429" y="499735"/>
                  </a:lnTo>
                  <a:lnTo>
                    <a:pt x="6940" y="545479"/>
                  </a:lnTo>
                  <a:lnTo>
                    <a:pt x="1755" y="592302"/>
                  </a:lnTo>
                  <a:lnTo>
                    <a:pt x="0" y="640079"/>
                  </a:lnTo>
                  <a:lnTo>
                    <a:pt x="0" y="3200273"/>
                  </a:lnTo>
                  <a:lnTo>
                    <a:pt x="1755" y="3248051"/>
                  </a:lnTo>
                  <a:lnTo>
                    <a:pt x="6940" y="3294876"/>
                  </a:lnTo>
                  <a:lnTo>
                    <a:pt x="15429" y="3340623"/>
                  </a:lnTo>
                  <a:lnTo>
                    <a:pt x="27100" y="3385170"/>
                  </a:lnTo>
                  <a:lnTo>
                    <a:pt x="41829" y="3428391"/>
                  </a:lnTo>
                  <a:lnTo>
                    <a:pt x="59491" y="3470164"/>
                  </a:lnTo>
                  <a:lnTo>
                    <a:pt x="79963" y="3510364"/>
                  </a:lnTo>
                  <a:lnTo>
                    <a:pt x="103121" y="3548868"/>
                  </a:lnTo>
                  <a:lnTo>
                    <a:pt x="128842" y="3585552"/>
                  </a:lnTo>
                  <a:lnTo>
                    <a:pt x="157002" y="3620292"/>
                  </a:lnTo>
                  <a:lnTo>
                    <a:pt x="187477" y="3652964"/>
                  </a:lnTo>
                  <a:lnTo>
                    <a:pt x="220143" y="3683445"/>
                  </a:lnTo>
                  <a:lnTo>
                    <a:pt x="254876" y="3711610"/>
                  </a:lnTo>
                  <a:lnTo>
                    <a:pt x="291553" y="3737336"/>
                  </a:lnTo>
                  <a:lnTo>
                    <a:pt x="330050" y="3760499"/>
                  </a:lnTo>
                  <a:lnTo>
                    <a:pt x="370244" y="3780976"/>
                  </a:lnTo>
                  <a:lnTo>
                    <a:pt x="412009" y="3798642"/>
                  </a:lnTo>
                  <a:lnTo>
                    <a:pt x="455224" y="3813373"/>
                  </a:lnTo>
                  <a:lnTo>
                    <a:pt x="499763" y="3825046"/>
                  </a:lnTo>
                  <a:lnTo>
                    <a:pt x="545503" y="3833538"/>
                  </a:lnTo>
                  <a:lnTo>
                    <a:pt x="592321" y="3838723"/>
                  </a:lnTo>
                  <a:lnTo>
                    <a:pt x="640092" y="3840479"/>
                  </a:lnTo>
                  <a:lnTo>
                    <a:pt x="4663389" y="3840479"/>
                  </a:lnTo>
                  <a:lnTo>
                    <a:pt x="4711166" y="3838723"/>
                  </a:lnTo>
                  <a:lnTo>
                    <a:pt x="4757989" y="3833538"/>
                  </a:lnTo>
                  <a:lnTo>
                    <a:pt x="4803733" y="3825046"/>
                  </a:lnTo>
                  <a:lnTo>
                    <a:pt x="4848275" y="3813373"/>
                  </a:lnTo>
                  <a:lnTo>
                    <a:pt x="4891491" y="3798642"/>
                  </a:lnTo>
                  <a:lnTo>
                    <a:pt x="4933257" y="3780976"/>
                  </a:lnTo>
                  <a:lnTo>
                    <a:pt x="4973450" y="3760499"/>
                  </a:lnTo>
                  <a:lnTo>
                    <a:pt x="5011946" y="3737336"/>
                  </a:lnTo>
                  <a:lnTo>
                    <a:pt x="5048622" y="3711610"/>
                  </a:lnTo>
                  <a:lnTo>
                    <a:pt x="5083353" y="3683445"/>
                  </a:lnTo>
                  <a:lnTo>
                    <a:pt x="5116017" y="3652964"/>
                  </a:lnTo>
                  <a:lnTo>
                    <a:pt x="5146489" y="3620292"/>
                  </a:lnTo>
                  <a:lnTo>
                    <a:pt x="5174645" y="3585552"/>
                  </a:lnTo>
                  <a:lnTo>
                    <a:pt x="5200363" y="3548868"/>
                  </a:lnTo>
                  <a:lnTo>
                    <a:pt x="5223519" y="3510364"/>
                  </a:lnTo>
                  <a:lnTo>
                    <a:pt x="5243988" y="3470164"/>
                  </a:lnTo>
                  <a:lnTo>
                    <a:pt x="5261647" y="3428391"/>
                  </a:lnTo>
                  <a:lnTo>
                    <a:pt x="5276373" y="3385170"/>
                  </a:lnTo>
                  <a:lnTo>
                    <a:pt x="5288042" y="3340623"/>
                  </a:lnTo>
                  <a:lnTo>
                    <a:pt x="5296530" y="3294876"/>
                  </a:lnTo>
                  <a:lnTo>
                    <a:pt x="5301713" y="3248051"/>
                  </a:lnTo>
                  <a:lnTo>
                    <a:pt x="5303469" y="3200273"/>
                  </a:lnTo>
                  <a:lnTo>
                    <a:pt x="5303469" y="640079"/>
                  </a:lnTo>
                  <a:lnTo>
                    <a:pt x="5301713" y="592302"/>
                  </a:lnTo>
                  <a:lnTo>
                    <a:pt x="5296530" y="545479"/>
                  </a:lnTo>
                  <a:lnTo>
                    <a:pt x="5288042" y="499735"/>
                  </a:lnTo>
                  <a:lnTo>
                    <a:pt x="5276373" y="455193"/>
                  </a:lnTo>
                  <a:lnTo>
                    <a:pt x="5261647" y="411978"/>
                  </a:lnTo>
                  <a:lnTo>
                    <a:pt x="5243988" y="370211"/>
                  </a:lnTo>
                  <a:lnTo>
                    <a:pt x="5223519" y="330018"/>
                  </a:lnTo>
                  <a:lnTo>
                    <a:pt x="5200363" y="291522"/>
                  </a:lnTo>
                  <a:lnTo>
                    <a:pt x="5174645" y="254846"/>
                  </a:lnTo>
                  <a:lnTo>
                    <a:pt x="5146489" y="220115"/>
                  </a:lnTo>
                  <a:lnTo>
                    <a:pt x="5116017" y="187452"/>
                  </a:lnTo>
                  <a:lnTo>
                    <a:pt x="5083353" y="156980"/>
                  </a:lnTo>
                  <a:lnTo>
                    <a:pt x="5048622" y="128823"/>
                  </a:lnTo>
                  <a:lnTo>
                    <a:pt x="5011946" y="103105"/>
                  </a:lnTo>
                  <a:lnTo>
                    <a:pt x="4973450" y="79949"/>
                  </a:lnTo>
                  <a:lnTo>
                    <a:pt x="4933257" y="59480"/>
                  </a:lnTo>
                  <a:lnTo>
                    <a:pt x="4891491" y="41821"/>
                  </a:lnTo>
                  <a:lnTo>
                    <a:pt x="4848275" y="27095"/>
                  </a:lnTo>
                  <a:lnTo>
                    <a:pt x="4803733" y="15426"/>
                  </a:lnTo>
                  <a:lnTo>
                    <a:pt x="4757989" y="6938"/>
                  </a:lnTo>
                  <a:lnTo>
                    <a:pt x="4711166" y="1755"/>
                  </a:lnTo>
                  <a:lnTo>
                    <a:pt x="466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2795" y="7835519"/>
              <a:ext cx="5303520" cy="3840479"/>
            </a:xfrm>
            <a:custGeom>
              <a:avLst/>
              <a:gdLst/>
              <a:ahLst/>
              <a:cxnLst/>
              <a:rect l="l" t="t" r="r" b="b"/>
              <a:pathLst>
                <a:path w="5303520" h="3840479">
                  <a:moveTo>
                    <a:pt x="0" y="640079"/>
                  </a:moveTo>
                  <a:lnTo>
                    <a:pt x="1755" y="592302"/>
                  </a:lnTo>
                  <a:lnTo>
                    <a:pt x="6940" y="545479"/>
                  </a:lnTo>
                  <a:lnTo>
                    <a:pt x="15429" y="499735"/>
                  </a:lnTo>
                  <a:lnTo>
                    <a:pt x="27100" y="455193"/>
                  </a:lnTo>
                  <a:lnTo>
                    <a:pt x="41829" y="411978"/>
                  </a:lnTo>
                  <a:lnTo>
                    <a:pt x="59491" y="370211"/>
                  </a:lnTo>
                  <a:lnTo>
                    <a:pt x="79963" y="330018"/>
                  </a:lnTo>
                  <a:lnTo>
                    <a:pt x="103121" y="291522"/>
                  </a:lnTo>
                  <a:lnTo>
                    <a:pt x="128842" y="254846"/>
                  </a:lnTo>
                  <a:lnTo>
                    <a:pt x="157002" y="220115"/>
                  </a:lnTo>
                  <a:lnTo>
                    <a:pt x="187477" y="187452"/>
                  </a:lnTo>
                  <a:lnTo>
                    <a:pt x="220143" y="156980"/>
                  </a:lnTo>
                  <a:lnTo>
                    <a:pt x="254876" y="128823"/>
                  </a:lnTo>
                  <a:lnTo>
                    <a:pt x="291553" y="103105"/>
                  </a:lnTo>
                  <a:lnTo>
                    <a:pt x="330050" y="79949"/>
                  </a:lnTo>
                  <a:lnTo>
                    <a:pt x="370244" y="59480"/>
                  </a:lnTo>
                  <a:lnTo>
                    <a:pt x="412009" y="41821"/>
                  </a:lnTo>
                  <a:lnTo>
                    <a:pt x="455224" y="27095"/>
                  </a:lnTo>
                  <a:lnTo>
                    <a:pt x="499763" y="15426"/>
                  </a:lnTo>
                  <a:lnTo>
                    <a:pt x="545503" y="6938"/>
                  </a:lnTo>
                  <a:lnTo>
                    <a:pt x="592321" y="1755"/>
                  </a:lnTo>
                  <a:lnTo>
                    <a:pt x="640092" y="0"/>
                  </a:lnTo>
                  <a:lnTo>
                    <a:pt x="4663389" y="0"/>
                  </a:lnTo>
                  <a:lnTo>
                    <a:pt x="4711166" y="1755"/>
                  </a:lnTo>
                  <a:lnTo>
                    <a:pt x="4757989" y="6938"/>
                  </a:lnTo>
                  <a:lnTo>
                    <a:pt x="4803733" y="15426"/>
                  </a:lnTo>
                  <a:lnTo>
                    <a:pt x="4848275" y="27095"/>
                  </a:lnTo>
                  <a:lnTo>
                    <a:pt x="4891491" y="41821"/>
                  </a:lnTo>
                  <a:lnTo>
                    <a:pt x="4933257" y="59480"/>
                  </a:lnTo>
                  <a:lnTo>
                    <a:pt x="4973450" y="79949"/>
                  </a:lnTo>
                  <a:lnTo>
                    <a:pt x="5011946" y="103105"/>
                  </a:lnTo>
                  <a:lnTo>
                    <a:pt x="5048622" y="128823"/>
                  </a:lnTo>
                  <a:lnTo>
                    <a:pt x="5083353" y="156980"/>
                  </a:lnTo>
                  <a:lnTo>
                    <a:pt x="5116017" y="187452"/>
                  </a:lnTo>
                  <a:lnTo>
                    <a:pt x="5146489" y="220115"/>
                  </a:lnTo>
                  <a:lnTo>
                    <a:pt x="5174645" y="254846"/>
                  </a:lnTo>
                  <a:lnTo>
                    <a:pt x="5200363" y="291522"/>
                  </a:lnTo>
                  <a:lnTo>
                    <a:pt x="5223519" y="330018"/>
                  </a:lnTo>
                  <a:lnTo>
                    <a:pt x="5243988" y="370211"/>
                  </a:lnTo>
                  <a:lnTo>
                    <a:pt x="5261647" y="411978"/>
                  </a:lnTo>
                  <a:lnTo>
                    <a:pt x="5276373" y="455193"/>
                  </a:lnTo>
                  <a:lnTo>
                    <a:pt x="5288042" y="499735"/>
                  </a:lnTo>
                  <a:lnTo>
                    <a:pt x="5296530" y="545479"/>
                  </a:lnTo>
                  <a:lnTo>
                    <a:pt x="5301713" y="592302"/>
                  </a:lnTo>
                  <a:lnTo>
                    <a:pt x="5303469" y="640079"/>
                  </a:lnTo>
                  <a:lnTo>
                    <a:pt x="5303469" y="3200273"/>
                  </a:lnTo>
                  <a:lnTo>
                    <a:pt x="5301713" y="3248051"/>
                  </a:lnTo>
                  <a:lnTo>
                    <a:pt x="5296530" y="3294876"/>
                  </a:lnTo>
                  <a:lnTo>
                    <a:pt x="5288042" y="3340623"/>
                  </a:lnTo>
                  <a:lnTo>
                    <a:pt x="5276373" y="3385170"/>
                  </a:lnTo>
                  <a:lnTo>
                    <a:pt x="5261647" y="3428391"/>
                  </a:lnTo>
                  <a:lnTo>
                    <a:pt x="5243988" y="3470164"/>
                  </a:lnTo>
                  <a:lnTo>
                    <a:pt x="5223519" y="3510364"/>
                  </a:lnTo>
                  <a:lnTo>
                    <a:pt x="5200363" y="3548868"/>
                  </a:lnTo>
                  <a:lnTo>
                    <a:pt x="5174645" y="3585552"/>
                  </a:lnTo>
                  <a:lnTo>
                    <a:pt x="5146489" y="3620292"/>
                  </a:lnTo>
                  <a:lnTo>
                    <a:pt x="5116017" y="3652964"/>
                  </a:lnTo>
                  <a:lnTo>
                    <a:pt x="5083353" y="3683445"/>
                  </a:lnTo>
                  <a:lnTo>
                    <a:pt x="5048622" y="3711610"/>
                  </a:lnTo>
                  <a:lnTo>
                    <a:pt x="5011946" y="3737336"/>
                  </a:lnTo>
                  <a:lnTo>
                    <a:pt x="4973450" y="3760499"/>
                  </a:lnTo>
                  <a:lnTo>
                    <a:pt x="4933257" y="3780976"/>
                  </a:lnTo>
                  <a:lnTo>
                    <a:pt x="4891491" y="3798642"/>
                  </a:lnTo>
                  <a:lnTo>
                    <a:pt x="4848275" y="3813373"/>
                  </a:lnTo>
                  <a:lnTo>
                    <a:pt x="4803733" y="3825046"/>
                  </a:lnTo>
                  <a:lnTo>
                    <a:pt x="4757989" y="3833538"/>
                  </a:lnTo>
                  <a:lnTo>
                    <a:pt x="4711166" y="3838723"/>
                  </a:lnTo>
                  <a:lnTo>
                    <a:pt x="4663389" y="3840479"/>
                  </a:lnTo>
                  <a:lnTo>
                    <a:pt x="640092" y="3840479"/>
                  </a:lnTo>
                  <a:lnTo>
                    <a:pt x="592321" y="3838723"/>
                  </a:lnTo>
                  <a:lnTo>
                    <a:pt x="545503" y="3833538"/>
                  </a:lnTo>
                  <a:lnTo>
                    <a:pt x="499763" y="3825046"/>
                  </a:lnTo>
                  <a:lnTo>
                    <a:pt x="455224" y="3813373"/>
                  </a:lnTo>
                  <a:lnTo>
                    <a:pt x="412009" y="3798642"/>
                  </a:lnTo>
                  <a:lnTo>
                    <a:pt x="370244" y="3780976"/>
                  </a:lnTo>
                  <a:lnTo>
                    <a:pt x="330050" y="3760499"/>
                  </a:lnTo>
                  <a:lnTo>
                    <a:pt x="291553" y="3737336"/>
                  </a:lnTo>
                  <a:lnTo>
                    <a:pt x="254876" y="3711610"/>
                  </a:lnTo>
                  <a:lnTo>
                    <a:pt x="220143" y="3683445"/>
                  </a:lnTo>
                  <a:lnTo>
                    <a:pt x="187477" y="3652964"/>
                  </a:lnTo>
                  <a:lnTo>
                    <a:pt x="157002" y="3620292"/>
                  </a:lnTo>
                  <a:lnTo>
                    <a:pt x="128842" y="3585552"/>
                  </a:lnTo>
                  <a:lnTo>
                    <a:pt x="103121" y="3548868"/>
                  </a:lnTo>
                  <a:lnTo>
                    <a:pt x="79963" y="3510364"/>
                  </a:lnTo>
                  <a:lnTo>
                    <a:pt x="59491" y="3470164"/>
                  </a:lnTo>
                  <a:lnTo>
                    <a:pt x="41829" y="3428391"/>
                  </a:lnTo>
                  <a:lnTo>
                    <a:pt x="27100" y="3385170"/>
                  </a:lnTo>
                  <a:lnTo>
                    <a:pt x="15429" y="3340623"/>
                  </a:lnTo>
                  <a:lnTo>
                    <a:pt x="6940" y="3294876"/>
                  </a:lnTo>
                  <a:lnTo>
                    <a:pt x="1755" y="3248051"/>
                  </a:lnTo>
                  <a:lnTo>
                    <a:pt x="0" y="3200273"/>
                  </a:lnTo>
                  <a:lnTo>
                    <a:pt x="0" y="640079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3741" y="7819622"/>
              <a:ext cx="5558032" cy="391367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371463" y="7835519"/>
              <a:ext cx="5486400" cy="3840479"/>
            </a:xfrm>
            <a:custGeom>
              <a:avLst/>
              <a:gdLst/>
              <a:ahLst/>
              <a:cxnLst/>
              <a:rect l="l" t="t" r="r" b="b"/>
              <a:pathLst>
                <a:path w="5486400" h="3840479">
                  <a:moveTo>
                    <a:pt x="4846320" y="0"/>
                  </a:moveTo>
                  <a:lnTo>
                    <a:pt x="640080" y="0"/>
                  </a:lnTo>
                  <a:lnTo>
                    <a:pt x="592318" y="1755"/>
                  </a:lnTo>
                  <a:lnTo>
                    <a:pt x="545508" y="6938"/>
                  </a:lnTo>
                  <a:lnTo>
                    <a:pt x="499774" y="15426"/>
                  </a:lnTo>
                  <a:lnTo>
                    <a:pt x="455240" y="27095"/>
                  </a:lnTo>
                  <a:lnTo>
                    <a:pt x="412029" y="41821"/>
                  </a:lnTo>
                  <a:lnTo>
                    <a:pt x="370266" y="59480"/>
                  </a:lnTo>
                  <a:lnTo>
                    <a:pt x="330075" y="79949"/>
                  </a:lnTo>
                  <a:lnTo>
                    <a:pt x="291578" y="103105"/>
                  </a:lnTo>
                  <a:lnTo>
                    <a:pt x="254901" y="128823"/>
                  </a:lnTo>
                  <a:lnTo>
                    <a:pt x="220167" y="156980"/>
                  </a:lnTo>
                  <a:lnTo>
                    <a:pt x="187499" y="187452"/>
                  </a:lnTo>
                  <a:lnTo>
                    <a:pt x="157022" y="220115"/>
                  </a:lnTo>
                  <a:lnTo>
                    <a:pt x="128860" y="254846"/>
                  </a:lnTo>
                  <a:lnTo>
                    <a:pt x="103137" y="291522"/>
                  </a:lnTo>
                  <a:lnTo>
                    <a:pt x="79976" y="330018"/>
                  </a:lnTo>
                  <a:lnTo>
                    <a:pt x="59501" y="370211"/>
                  </a:lnTo>
                  <a:lnTo>
                    <a:pt x="41836" y="411978"/>
                  </a:lnTo>
                  <a:lnTo>
                    <a:pt x="27105" y="455193"/>
                  </a:lnTo>
                  <a:lnTo>
                    <a:pt x="15432" y="499735"/>
                  </a:lnTo>
                  <a:lnTo>
                    <a:pt x="6941" y="545479"/>
                  </a:lnTo>
                  <a:lnTo>
                    <a:pt x="1756" y="592302"/>
                  </a:lnTo>
                  <a:lnTo>
                    <a:pt x="0" y="640079"/>
                  </a:lnTo>
                  <a:lnTo>
                    <a:pt x="0" y="3200273"/>
                  </a:lnTo>
                  <a:lnTo>
                    <a:pt x="1756" y="3248051"/>
                  </a:lnTo>
                  <a:lnTo>
                    <a:pt x="6941" y="3294876"/>
                  </a:lnTo>
                  <a:lnTo>
                    <a:pt x="15432" y="3340623"/>
                  </a:lnTo>
                  <a:lnTo>
                    <a:pt x="27105" y="3385170"/>
                  </a:lnTo>
                  <a:lnTo>
                    <a:pt x="41836" y="3428391"/>
                  </a:lnTo>
                  <a:lnTo>
                    <a:pt x="59501" y="3470164"/>
                  </a:lnTo>
                  <a:lnTo>
                    <a:pt x="79976" y="3510364"/>
                  </a:lnTo>
                  <a:lnTo>
                    <a:pt x="103137" y="3548868"/>
                  </a:lnTo>
                  <a:lnTo>
                    <a:pt x="128860" y="3585552"/>
                  </a:lnTo>
                  <a:lnTo>
                    <a:pt x="157022" y="3620292"/>
                  </a:lnTo>
                  <a:lnTo>
                    <a:pt x="187499" y="3652964"/>
                  </a:lnTo>
                  <a:lnTo>
                    <a:pt x="220167" y="3683445"/>
                  </a:lnTo>
                  <a:lnTo>
                    <a:pt x="254901" y="3711610"/>
                  </a:lnTo>
                  <a:lnTo>
                    <a:pt x="291578" y="3737336"/>
                  </a:lnTo>
                  <a:lnTo>
                    <a:pt x="330075" y="3760499"/>
                  </a:lnTo>
                  <a:lnTo>
                    <a:pt x="370266" y="3780976"/>
                  </a:lnTo>
                  <a:lnTo>
                    <a:pt x="412029" y="3798642"/>
                  </a:lnTo>
                  <a:lnTo>
                    <a:pt x="455240" y="3813373"/>
                  </a:lnTo>
                  <a:lnTo>
                    <a:pt x="499774" y="3825046"/>
                  </a:lnTo>
                  <a:lnTo>
                    <a:pt x="545508" y="3833538"/>
                  </a:lnTo>
                  <a:lnTo>
                    <a:pt x="592318" y="3838723"/>
                  </a:lnTo>
                  <a:lnTo>
                    <a:pt x="640080" y="3840479"/>
                  </a:lnTo>
                  <a:lnTo>
                    <a:pt x="4846320" y="3840479"/>
                  </a:lnTo>
                  <a:lnTo>
                    <a:pt x="4894097" y="3838723"/>
                  </a:lnTo>
                  <a:lnTo>
                    <a:pt x="4940920" y="3833538"/>
                  </a:lnTo>
                  <a:lnTo>
                    <a:pt x="4986664" y="3825046"/>
                  </a:lnTo>
                  <a:lnTo>
                    <a:pt x="5031206" y="3813373"/>
                  </a:lnTo>
                  <a:lnTo>
                    <a:pt x="5074421" y="3798642"/>
                  </a:lnTo>
                  <a:lnTo>
                    <a:pt x="5116188" y="3780976"/>
                  </a:lnTo>
                  <a:lnTo>
                    <a:pt x="5156381" y="3760499"/>
                  </a:lnTo>
                  <a:lnTo>
                    <a:pt x="5194877" y="3737336"/>
                  </a:lnTo>
                  <a:lnTo>
                    <a:pt x="5231553" y="3711610"/>
                  </a:lnTo>
                  <a:lnTo>
                    <a:pt x="5266284" y="3683445"/>
                  </a:lnTo>
                  <a:lnTo>
                    <a:pt x="5298947" y="3652964"/>
                  </a:lnTo>
                  <a:lnTo>
                    <a:pt x="5329419" y="3620292"/>
                  </a:lnTo>
                  <a:lnTo>
                    <a:pt x="5357576" y="3585552"/>
                  </a:lnTo>
                  <a:lnTo>
                    <a:pt x="5383294" y="3548868"/>
                  </a:lnTo>
                  <a:lnTo>
                    <a:pt x="5406450" y="3510364"/>
                  </a:lnTo>
                  <a:lnTo>
                    <a:pt x="5426919" y="3470164"/>
                  </a:lnTo>
                  <a:lnTo>
                    <a:pt x="5444578" y="3428391"/>
                  </a:lnTo>
                  <a:lnTo>
                    <a:pt x="5459304" y="3385170"/>
                  </a:lnTo>
                  <a:lnTo>
                    <a:pt x="5470973" y="3340623"/>
                  </a:lnTo>
                  <a:lnTo>
                    <a:pt x="5479461" y="3294876"/>
                  </a:lnTo>
                  <a:lnTo>
                    <a:pt x="5484644" y="3248051"/>
                  </a:lnTo>
                  <a:lnTo>
                    <a:pt x="5486400" y="3200273"/>
                  </a:lnTo>
                  <a:lnTo>
                    <a:pt x="5486400" y="640079"/>
                  </a:lnTo>
                  <a:lnTo>
                    <a:pt x="5484644" y="592302"/>
                  </a:lnTo>
                  <a:lnTo>
                    <a:pt x="5479461" y="545479"/>
                  </a:lnTo>
                  <a:lnTo>
                    <a:pt x="5470973" y="499735"/>
                  </a:lnTo>
                  <a:lnTo>
                    <a:pt x="5459304" y="455193"/>
                  </a:lnTo>
                  <a:lnTo>
                    <a:pt x="5444578" y="411978"/>
                  </a:lnTo>
                  <a:lnTo>
                    <a:pt x="5426919" y="370211"/>
                  </a:lnTo>
                  <a:lnTo>
                    <a:pt x="5406450" y="330018"/>
                  </a:lnTo>
                  <a:lnTo>
                    <a:pt x="5383294" y="291522"/>
                  </a:lnTo>
                  <a:lnTo>
                    <a:pt x="5357576" y="254846"/>
                  </a:lnTo>
                  <a:lnTo>
                    <a:pt x="5329419" y="220115"/>
                  </a:lnTo>
                  <a:lnTo>
                    <a:pt x="5298947" y="187452"/>
                  </a:lnTo>
                  <a:lnTo>
                    <a:pt x="5266284" y="156980"/>
                  </a:lnTo>
                  <a:lnTo>
                    <a:pt x="5231553" y="128823"/>
                  </a:lnTo>
                  <a:lnTo>
                    <a:pt x="5194877" y="103105"/>
                  </a:lnTo>
                  <a:lnTo>
                    <a:pt x="5156381" y="79949"/>
                  </a:lnTo>
                  <a:lnTo>
                    <a:pt x="5116188" y="59480"/>
                  </a:lnTo>
                  <a:lnTo>
                    <a:pt x="5074421" y="41821"/>
                  </a:lnTo>
                  <a:lnTo>
                    <a:pt x="5031206" y="27095"/>
                  </a:lnTo>
                  <a:lnTo>
                    <a:pt x="4986664" y="15426"/>
                  </a:lnTo>
                  <a:lnTo>
                    <a:pt x="4940920" y="6938"/>
                  </a:lnTo>
                  <a:lnTo>
                    <a:pt x="4894097" y="1755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71463" y="7835519"/>
              <a:ext cx="5486400" cy="3840479"/>
            </a:xfrm>
            <a:custGeom>
              <a:avLst/>
              <a:gdLst/>
              <a:ahLst/>
              <a:cxnLst/>
              <a:rect l="l" t="t" r="r" b="b"/>
              <a:pathLst>
                <a:path w="5486400" h="3840479">
                  <a:moveTo>
                    <a:pt x="0" y="640079"/>
                  </a:moveTo>
                  <a:lnTo>
                    <a:pt x="1756" y="592302"/>
                  </a:lnTo>
                  <a:lnTo>
                    <a:pt x="6941" y="545479"/>
                  </a:lnTo>
                  <a:lnTo>
                    <a:pt x="15432" y="499735"/>
                  </a:lnTo>
                  <a:lnTo>
                    <a:pt x="27105" y="455193"/>
                  </a:lnTo>
                  <a:lnTo>
                    <a:pt x="41836" y="411978"/>
                  </a:lnTo>
                  <a:lnTo>
                    <a:pt x="59501" y="370211"/>
                  </a:lnTo>
                  <a:lnTo>
                    <a:pt x="79976" y="330018"/>
                  </a:lnTo>
                  <a:lnTo>
                    <a:pt x="103137" y="291522"/>
                  </a:lnTo>
                  <a:lnTo>
                    <a:pt x="128860" y="254846"/>
                  </a:lnTo>
                  <a:lnTo>
                    <a:pt x="157022" y="220115"/>
                  </a:lnTo>
                  <a:lnTo>
                    <a:pt x="187499" y="187452"/>
                  </a:lnTo>
                  <a:lnTo>
                    <a:pt x="220167" y="156980"/>
                  </a:lnTo>
                  <a:lnTo>
                    <a:pt x="254901" y="128823"/>
                  </a:lnTo>
                  <a:lnTo>
                    <a:pt x="291578" y="103105"/>
                  </a:lnTo>
                  <a:lnTo>
                    <a:pt x="330075" y="79949"/>
                  </a:lnTo>
                  <a:lnTo>
                    <a:pt x="370266" y="59480"/>
                  </a:lnTo>
                  <a:lnTo>
                    <a:pt x="412029" y="41821"/>
                  </a:lnTo>
                  <a:lnTo>
                    <a:pt x="455240" y="27095"/>
                  </a:lnTo>
                  <a:lnTo>
                    <a:pt x="499774" y="15426"/>
                  </a:lnTo>
                  <a:lnTo>
                    <a:pt x="545508" y="6938"/>
                  </a:lnTo>
                  <a:lnTo>
                    <a:pt x="592318" y="1755"/>
                  </a:lnTo>
                  <a:lnTo>
                    <a:pt x="640080" y="0"/>
                  </a:lnTo>
                  <a:lnTo>
                    <a:pt x="4846320" y="0"/>
                  </a:lnTo>
                  <a:lnTo>
                    <a:pt x="4894097" y="1755"/>
                  </a:lnTo>
                  <a:lnTo>
                    <a:pt x="4940920" y="6938"/>
                  </a:lnTo>
                  <a:lnTo>
                    <a:pt x="4986664" y="15426"/>
                  </a:lnTo>
                  <a:lnTo>
                    <a:pt x="5031206" y="27095"/>
                  </a:lnTo>
                  <a:lnTo>
                    <a:pt x="5074421" y="41821"/>
                  </a:lnTo>
                  <a:lnTo>
                    <a:pt x="5116188" y="59480"/>
                  </a:lnTo>
                  <a:lnTo>
                    <a:pt x="5156381" y="79949"/>
                  </a:lnTo>
                  <a:lnTo>
                    <a:pt x="5194877" y="103105"/>
                  </a:lnTo>
                  <a:lnTo>
                    <a:pt x="5231553" y="128823"/>
                  </a:lnTo>
                  <a:lnTo>
                    <a:pt x="5266284" y="156980"/>
                  </a:lnTo>
                  <a:lnTo>
                    <a:pt x="5298947" y="187452"/>
                  </a:lnTo>
                  <a:lnTo>
                    <a:pt x="5329419" y="220115"/>
                  </a:lnTo>
                  <a:lnTo>
                    <a:pt x="5357576" y="254846"/>
                  </a:lnTo>
                  <a:lnTo>
                    <a:pt x="5383294" y="291522"/>
                  </a:lnTo>
                  <a:lnTo>
                    <a:pt x="5406450" y="330018"/>
                  </a:lnTo>
                  <a:lnTo>
                    <a:pt x="5426919" y="370211"/>
                  </a:lnTo>
                  <a:lnTo>
                    <a:pt x="5444578" y="411978"/>
                  </a:lnTo>
                  <a:lnTo>
                    <a:pt x="5459304" y="455193"/>
                  </a:lnTo>
                  <a:lnTo>
                    <a:pt x="5470973" y="499735"/>
                  </a:lnTo>
                  <a:lnTo>
                    <a:pt x="5479461" y="545479"/>
                  </a:lnTo>
                  <a:lnTo>
                    <a:pt x="5484644" y="592302"/>
                  </a:lnTo>
                  <a:lnTo>
                    <a:pt x="5486400" y="640079"/>
                  </a:lnTo>
                  <a:lnTo>
                    <a:pt x="5486400" y="3200273"/>
                  </a:lnTo>
                  <a:lnTo>
                    <a:pt x="5484644" y="3248051"/>
                  </a:lnTo>
                  <a:lnTo>
                    <a:pt x="5479461" y="3294876"/>
                  </a:lnTo>
                  <a:lnTo>
                    <a:pt x="5470973" y="3340623"/>
                  </a:lnTo>
                  <a:lnTo>
                    <a:pt x="5459304" y="3385170"/>
                  </a:lnTo>
                  <a:lnTo>
                    <a:pt x="5444578" y="3428391"/>
                  </a:lnTo>
                  <a:lnTo>
                    <a:pt x="5426919" y="3470164"/>
                  </a:lnTo>
                  <a:lnTo>
                    <a:pt x="5406450" y="3510364"/>
                  </a:lnTo>
                  <a:lnTo>
                    <a:pt x="5383294" y="3548868"/>
                  </a:lnTo>
                  <a:lnTo>
                    <a:pt x="5357576" y="3585552"/>
                  </a:lnTo>
                  <a:lnTo>
                    <a:pt x="5329419" y="3620292"/>
                  </a:lnTo>
                  <a:lnTo>
                    <a:pt x="5298947" y="3652964"/>
                  </a:lnTo>
                  <a:lnTo>
                    <a:pt x="5266284" y="3683445"/>
                  </a:lnTo>
                  <a:lnTo>
                    <a:pt x="5231553" y="3711610"/>
                  </a:lnTo>
                  <a:lnTo>
                    <a:pt x="5194877" y="3737336"/>
                  </a:lnTo>
                  <a:lnTo>
                    <a:pt x="5156381" y="3760499"/>
                  </a:lnTo>
                  <a:lnTo>
                    <a:pt x="5116188" y="3780976"/>
                  </a:lnTo>
                  <a:lnTo>
                    <a:pt x="5074421" y="3798642"/>
                  </a:lnTo>
                  <a:lnTo>
                    <a:pt x="5031206" y="3813373"/>
                  </a:lnTo>
                  <a:lnTo>
                    <a:pt x="4986664" y="3825046"/>
                  </a:lnTo>
                  <a:lnTo>
                    <a:pt x="4940920" y="3833538"/>
                  </a:lnTo>
                  <a:lnTo>
                    <a:pt x="4894097" y="3838723"/>
                  </a:lnTo>
                  <a:lnTo>
                    <a:pt x="4846320" y="3840479"/>
                  </a:lnTo>
                  <a:lnTo>
                    <a:pt x="640080" y="3840479"/>
                  </a:lnTo>
                  <a:lnTo>
                    <a:pt x="592318" y="3838723"/>
                  </a:lnTo>
                  <a:lnTo>
                    <a:pt x="545508" y="3833538"/>
                  </a:lnTo>
                  <a:lnTo>
                    <a:pt x="499774" y="3825046"/>
                  </a:lnTo>
                  <a:lnTo>
                    <a:pt x="455240" y="3813373"/>
                  </a:lnTo>
                  <a:lnTo>
                    <a:pt x="412029" y="3798642"/>
                  </a:lnTo>
                  <a:lnTo>
                    <a:pt x="370266" y="3780976"/>
                  </a:lnTo>
                  <a:lnTo>
                    <a:pt x="330075" y="3760499"/>
                  </a:lnTo>
                  <a:lnTo>
                    <a:pt x="291578" y="3737336"/>
                  </a:lnTo>
                  <a:lnTo>
                    <a:pt x="254901" y="3711610"/>
                  </a:lnTo>
                  <a:lnTo>
                    <a:pt x="220167" y="3683445"/>
                  </a:lnTo>
                  <a:lnTo>
                    <a:pt x="187499" y="3652964"/>
                  </a:lnTo>
                  <a:lnTo>
                    <a:pt x="157022" y="3620292"/>
                  </a:lnTo>
                  <a:lnTo>
                    <a:pt x="128860" y="3585552"/>
                  </a:lnTo>
                  <a:lnTo>
                    <a:pt x="103137" y="3548868"/>
                  </a:lnTo>
                  <a:lnTo>
                    <a:pt x="79976" y="3510364"/>
                  </a:lnTo>
                  <a:lnTo>
                    <a:pt x="59501" y="3470164"/>
                  </a:lnTo>
                  <a:lnTo>
                    <a:pt x="41836" y="3428391"/>
                  </a:lnTo>
                  <a:lnTo>
                    <a:pt x="27105" y="3385170"/>
                  </a:lnTo>
                  <a:lnTo>
                    <a:pt x="15432" y="3340623"/>
                  </a:lnTo>
                  <a:lnTo>
                    <a:pt x="6941" y="3294876"/>
                  </a:lnTo>
                  <a:lnTo>
                    <a:pt x="1756" y="3248051"/>
                  </a:lnTo>
                  <a:lnTo>
                    <a:pt x="0" y="3200273"/>
                  </a:lnTo>
                  <a:lnTo>
                    <a:pt x="0" y="640079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754" y="11868907"/>
              <a:ext cx="11565638" cy="263195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72795" y="11884024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11065459" y="0"/>
                  </a:moveTo>
                  <a:lnTo>
                    <a:pt x="426732" y="0"/>
                  </a:lnTo>
                  <a:lnTo>
                    <a:pt x="380236" y="2505"/>
                  </a:lnTo>
                  <a:lnTo>
                    <a:pt x="335189" y="9846"/>
                  </a:lnTo>
                  <a:lnTo>
                    <a:pt x="291853" y="21762"/>
                  </a:lnTo>
                  <a:lnTo>
                    <a:pt x="250488" y="37993"/>
                  </a:lnTo>
                  <a:lnTo>
                    <a:pt x="211354" y="58278"/>
                  </a:lnTo>
                  <a:lnTo>
                    <a:pt x="174711" y="82356"/>
                  </a:lnTo>
                  <a:lnTo>
                    <a:pt x="140820" y="109967"/>
                  </a:lnTo>
                  <a:lnTo>
                    <a:pt x="109942" y="140849"/>
                  </a:lnTo>
                  <a:lnTo>
                    <a:pt x="82335" y="174741"/>
                  </a:lnTo>
                  <a:lnTo>
                    <a:pt x="58262" y="211384"/>
                  </a:lnTo>
                  <a:lnTo>
                    <a:pt x="37982" y="250516"/>
                  </a:lnTo>
                  <a:lnTo>
                    <a:pt x="21755" y="291876"/>
                  </a:lnTo>
                  <a:lnTo>
                    <a:pt x="9842" y="335204"/>
                  </a:lnTo>
                  <a:lnTo>
                    <a:pt x="2504" y="380239"/>
                  </a:lnTo>
                  <a:lnTo>
                    <a:pt x="0" y="426719"/>
                  </a:lnTo>
                  <a:lnTo>
                    <a:pt x="0" y="2133600"/>
                  </a:lnTo>
                  <a:lnTo>
                    <a:pt x="2504" y="2180102"/>
                  </a:lnTo>
                  <a:lnTo>
                    <a:pt x="9842" y="2225153"/>
                  </a:lnTo>
                  <a:lnTo>
                    <a:pt x="21755" y="2268492"/>
                  </a:lnTo>
                  <a:lnTo>
                    <a:pt x="37982" y="2309858"/>
                  </a:lnTo>
                  <a:lnTo>
                    <a:pt x="58262" y="2348992"/>
                  </a:lnTo>
                  <a:lnTo>
                    <a:pt x="82335" y="2385633"/>
                  </a:lnTo>
                  <a:lnTo>
                    <a:pt x="109942" y="2419521"/>
                  </a:lnTo>
                  <a:lnTo>
                    <a:pt x="140820" y="2450396"/>
                  </a:lnTo>
                  <a:lnTo>
                    <a:pt x="174711" y="2477999"/>
                  </a:lnTo>
                  <a:lnTo>
                    <a:pt x="211354" y="2502069"/>
                  </a:lnTo>
                  <a:lnTo>
                    <a:pt x="250488" y="2522345"/>
                  </a:lnTo>
                  <a:lnTo>
                    <a:pt x="291853" y="2538569"/>
                  </a:lnTo>
                  <a:lnTo>
                    <a:pt x="335189" y="2550479"/>
                  </a:lnTo>
                  <a:lnTo>
                    <a:pt x="380236" y="2557816"/>
                  </a:lnTo>
                  <a:lnTo>
                    <a:pt x="426732" y="2560319"/>
                  </a:lnTo>
                  <a:lnTo>
                    <a:pt x="11065459" y="2560319"/>
                  </a:lnTo>
                  <a:lnTo>
                    <a:pt x="11111940" y="2557816"/>
                  </a:lnTo>
                  <a:lnTo>
                    <a:pt x="11156974" y="2550479"/>
                  </a:lnTo>
                  <a:lnTo>
                    <a:pt x="11200302" y="2538569"/>
                  </a:lnTo>
                  <a:lnTo>
                    <a:pt x="11241662" y="2522345"/>
                  </a:lnTo>
                  <a:lnTo>
                    <a:pt x="11280794" y="2502069"/>
                  </a:lnTo>
                  <a:lnTo>
                    <a:pt x="11317437" y="2477999"/>
                  </a:lnTo>
                  <a:lnTo>
                    <a:pt x="11351329" y="2450396"/>
                  </a:lnTo>
                  <a:lnTo>
                    <a:pt x="11382211" y="2419521"/>
                  </a:lnTo>
                  <a:lnTo>
                    <a:pt x="11409822" y="2385633"/>
                  </a:lnTo>
                  <a:lnTo>
                    <a:pt x="11433900" y="2348992"/>
                  </a:lnTo>
                  <a:lnTo>
                    <a:pt x="11454185" y="2309858"/>
                  </a:lnTo>
                  <a:lnTo>
                    <a:pt x="11470416" y="2268492"/>
                  </a:lnTo>
                  <a:lnTo>
                    <a:pt x="11482333" y="2225153"/>
                  </a:lnTo>
                  <a:lnTo>
                    <a:pt x="11489674" y="2180102"/>
                  </a:lnTo>
                  <a:lnTo>
                    <a:pt x="11492179" y="2133600"/>
                  </a:lnTo>
                  <a:lnTo>
                    <a:pt x="11492179" y="426719"/>
                  </a:lnTo>
                  <a:lnTo>
                    <a:pt x="11489674" y="380239"/>
                  </a:lnTo>
                  <a:lnTo>
                    <a:pt x="11482333" y="335204"/>
                  </a:lnTo>
                  <a:lnTo>
                    <a:pt x="11470416" y="291876"/>
                  </a:lnTo>
                  <a:lnTo>
                    <a:pt x="11454185" y="250516"/>
                  </a:lnTo>
                  <a:lnTo>
                    <a:pt x="11433900" y="211384"/>
                  </a:lnTo>
                  <a:lnTo>
                    <a:pt x="11409822" y="174741"/>
                  </a:lnTo>
                  <a:lnTo>
                    <a:pt x="11382211" y="140849"/>
                  </a:lnTo>
                  <a:lnTo>
                    <a:pt x="11351329" y="109967"/>
                  </a:lnTo>
                  <a:lnTo>
                    <a:pt x="11317437" y="82356"/>
                  </a:lnTo>
                  <a:lnTo>
                    <a:pt x="11280794" y="58278"/>
                  </a:lnTo>
                  <a:lnTo>
                    <a:pt x="11241662" y="37993"/>
                  </a:lnTo>
                  <a:lnTo>
                    <a:pt x="11200302" y="21762"/>
                  </a:lnTo>
                  <a:lnTo>
                    <a:pt x="11156974" y="9846"/>
                  </a:lnTo>
                  <a:lnTo>
                    <a:pt x="11111940" y="2505"/>
                  </a:lnTo>
                  <a:lnTo>
                    <a:pt x="11065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2795" y="11884024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0" y="426719"/>
                  </a:moveTo>
                  <a:lnTo>
                    <a:pt x="2504" y="380239"/>
                  </a:lnTo>
                  <a:lnTo>
                    <a:pt x="9842" y="335204"/>
                  </a:lnTo>
                  <a:lnTo>
                    <a:pt x="21755" y="291876"/>
                  </a:lnTo>
                  <a:lnTo>
                    <a:pt x="37982" y="250516"/>
                  </a:lnTo>
                  <a:lnTo>
                    <a:pt x="58262" y="211384"/>
                  </a:lnTo>
                  <a:lnTo>
                    <a:pt x="82335" y="174741"/>
                  </a:lnTo>
                  <a:lnTo>
                    <a:pt x="109942" y="140849"/>
                  </a:lnTo>
                  <a:lnTo>
                    <a:pt x="140820" y="109967"/>
                  </a:lnTo>
                  <a:lnTo>
                    <a:pt x="174711" y="82356"/>
                  </a:lnTo>
                  <a:lnTo>
                    <a:pt x="211354" y="58278"/>
                  </a:lnTo>
                  <a:lnTo>
                    <a:pt x="250488" y="37993"/>
                  </a:lnTo>
                  <a:lnTo>
                    <a:pt x="291853" y="21762"/>
                  </a:lnTo>
                  <a:lnTo>
                    <a:pt x="335189" y="9846"/>
                  </a:lnTo>
                  <a:lnTo>
                    <a:pt x="380236" y="2505"/>
                  </a:lnTo>
                  <a:lnTo>
                    <a:pt x="426732" y="0"/>
                  </a:lnTo>
                  <a:lnTo>
                    <a:pt x="11065459" y="0"/>
                  </a:lnTo>
                  <a:lnTo>
                    <a:pt x="11111940" y="2505"/>
                  </a:lnTo>
                  <a:lnTo>
                    <a:pt x="11156974" y="9846"/>
                  </a:lnTo>
                  <a:lnTo>
                    <a:pt x="11200302" y="21762"/>
                  </a:lnTo>
                  <a:lnTo>
                    <a:pt x="11241662" y="37993"/>
                  </a:lnTo>
                  <a:lnTo>
                    <a:pt x="11280794" y="58278"/>
                  </a:lnTo>
                  <a:lnTo>
                    <a:pt x="11317437" y="82356"/>
                  </a:lnTo>
                  <a:lnTo>
                    <a:pt x="11351329" y="109967"/>
                  </a:lnTo>
                  <a:lnTo>
                    <a:pt x="11382211" y="140849"/>
                  </a:lnTo>
                  <a:lnTo>
                    <a:pt x="11409822" y="174741"/>
                  </a:lnTo>
                  <a:lnTo>
                    <a:pt x="11433900" y="211384"/>
                  </a:lnTo>
                  <a:lnTo>
                    <a:pt x="11454185" y="250516"/>
                  </a:lnTo>
                  <a:lnTo>
                    <a:pt x="11470416" y="291876"/>
                  </a:lnTo>
                  <a:lnTo>
                    <a:pt x="11482333" y="335204"/>
                  </a:lnTo>
                  <a:lnTo>
                    <a:pt x="11489674" y="380239"/>
                  </a:lnTo>
                  <a:lnTo>
                    <a:pt x="11492179" y="426719"/>
                  </a:lnTo>
                  <a:lnTo>
                    <a:pt x="11492179" y="2133600"/>
                  </a:lnTo>
                  <a:lnTo>
                    <a:pt x="11489674" y="2180102"/>
                  </a:lnTo>
                  <a:lnTo>
                    <a:pt x="11482333" y="2225153"/>
                  </a:lnTo>
                  <a:lnTo>
                    <a:pt x="11470416" y="2268492"/>
                  </a:lnTo>
                  <a:lnTo>
                    <a:pt x="11454185" y="2309858"/>
                  </a:lnTo>
                  <a:lnTo>
                    <a:pt x="11433900" y="2348992"/>
                  </a:lnTo>
                  <a:lnTo>
                    <a:pt x="11409822" y="2385633"/>
                  </a:lnTo>
                  <a:lnTo>
                    <a:pt x="11382211" y="2419521"/>
                  </a:lnTo>
                  <a:lnTo>
                    <a:pt x="11351329" y="2450396"/>
                  </a:lnTo>
                  <a:lnTo>
                    <a:pt x="11317437" y="2477999"/>
                  </a:lnTo>
                  <a:lnTo>
                    <a:pt x="11280794" y="2502069"/>
                  </a:lnTo>
                  <a:lnTo>
                    <a:pt x="11241662" y="2522345"/>
                  </a:lnTo>
                  <a:lnTo>
                    <a:pt x="11200302" y="2538569"/>
                  </a:lnTo>
                  <a:lnTo>
                    <a:pt x="11156974" y="2550479"/>
                  </a:lnTo>
                  <a:lnTo>
                    <a:pt x="11111940" y="2557816"/>
                  </a:lnTo>
                  <a:lnTo>
                    <a:pt x="11065459" y="2560319"/>
                  </a:lnTo>
                  <a:lnTo>
                    <a:pt x="426732" y="2560319"/>
                  </a:lnTo>
                  <a:lnTo>
                    <a:pt x="380236" y="2557816"/>
                  </a:lnTo>
                  <a:lnTo>
                    <a:pt x="335189" y="2550479"/>
                  </a:lnTo>
                  <a:lnTo>
                    <a:pt x="291853" y="2538569"/>
                  </a:lnTo>
                  <a:lnTo>
                    <a:pt x="250488" y="2522345"/>
                  </a:lnTo>
                  <a:lnTo>
                    <a:pt x="211354" y="2502069"/>
                  </a:lnTo>
                  <a:lnTo>
                    <a:pt x="174711" y="2477999"/>
                  </a:lnTo>
                  <a:lnTo>
                    <a:pt x="140820" y="2450396"/>
                  </a:lnTo>
                  <a:lnTo>
                    <a:pt x="109942" y="2419521"/>
                  </a:lnTo>
                  <a:lnTo>
                    <a:pt x="82335" y="2385633"/>
                  </a:lnTo>
                  <a:lnTo>
                    <a:pt x="58262" y="2348992"/>
                  </a:lnTo>
                  <a:lnTo>
                    <a:pt x="37982" y="2309858"/>
                  </a:lnTo>
                  <a:lnTo>
                    <a:pt x="21755" y="2268492"/>
                  </a:lnTo>
                  <a:lnTo>
                    <a:pt x="9842" y="2225153"/>
                  </a:lnTo>
                  <a:lnTo>
                    <a:pt x="2504" y="2180102"/>
                  </a:lnTo>
                  <a:lnTo>
                    <a:pt x="0" y="2133600"/>
                  </a:lnTo>
                  <a:lnTo>
                    <a:pt x="0" y="426719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7653" y="14653243"/>
              <a:ext cx="2266200" cy="343208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65759" y="14668245"/>
              <a:ext cx="2194560" cy="3360420"/>
            </a:xfrm>
            <a:custGeom>
              <a:avLst/>
              <a:gdLst/>
              <a:ahLst/>
              <a:cxnLst/>
              <a:rect l="l" t="t" r="r" b="b"/>
              <a:pathLst>
                <a:path w="2194560" h="3360419">
                  <a:moveTo>
                    <a:pt x="1828800" y="0"/>
                  </a:moveTo>
                  <a:lnTo>
                    <a:pt x="365772" y="0"/>
                  </a:lnTo>
                  <a:lnTo>
                    <a:pt x="319889" y="2848"/>
                  </a:lnTo>
                  <a:lnTo>
                    <a:pt x="275707" y="11167"/>
                  </a:lnTo>
                  <a:lnTo>
                    <a:pt x="233569" y="24613"/>
                  </a:lnTo>
                  <a:lnTo>
                    <a:pt x="193817" y="42844"/>
                  </a:lnTo>
                  <a:lnTo>
                    <a:pt x="156795" y="65517"/>
                  </a:lnTo>
                  <a:lnTo>
                    <a:pt x="122845" y="92291"/>
                  </a:lnTo>
                  <a:lnTo>
                    <a:pt x="92309" y="122822"/>
                  </a:lnTo>
                  <a:lnTo>
                    <a:pt x="65532" y="156770"/>
                  </a:lnTo>
                  <a:lnTo>
                    <a:pt x="42854" y="193790"/>
                  </a:lnTo>
                  <a:lnTo>
                    <a:pt x="24619" y="233542"/>
                  </a:lnTo>
                  <a:lnTo>
                    <a:pt x="11170" y="275682"/>
                  </a:lnTo>
                  <a:lnTo>
                    <a:pt x="2849" y="319869"/>
                  </a:lnTo>
                  <a:lnTo>
                    <a:pt x="0" y="365760"/>
                  </a:lnTo>
                  <a:lnTo>
                    <a:pt x="0" y="2994050"/>
                  </a:lnTo>
                  <a:lnTo>
                    <a:pt x="2849" y="3039931"/>
                  </a:lnTo>
                  <a:lnTo>
                    <a:pt x="11170" y="3084111"/>
                  </a:lnTo>
                  <a:lnTo>
                    <a:pt x="24619" y="3126248"/>
                  </a:lnTo>
                  <a:lnTo>
                    <a:pt x="42854" y="3166000"/>
                  </a:lnTo>
                  <a:lnTo>
                    <a:pt x="65532" y="3203022"/>
                  </a:lnTo>
                  <a:lnTo>
                    <a:pt x="92309" y="3236972"/>
                  </a:lnTo>
                  <a:lnTo>
                    <a:pt x="122845" y="3267508"/>
                  </a:lnTo>
                  <a:lnTo>
                    <a:pt x="156795" y="3294287"/>
                  </a:lnTo>
                  <a:lnTo>
                    <a:pt x="193817" y="3316966"/>
                  </a:lnTo>
                  <a:lnTo>
                    <a:pt x="233569" y="3335201"/>
                  </a:lnTo>
                  <a:lnTo>
                    <a:pt x="275707" y="3348651"/>
                  </a:lnTo>
                  <a:lnTo>
                    <a:pt x="319889" y="3356973"/>
                  </a:lnTo>
                  <a:lnTo>
                    <a:pt x="365772" y="3359823"/>
                  </a:lnTo>
                  <a:lnTo>
                    <a:pt x="1828800" y="3359823"/>
                  </a:lnTo>
                  <a:lnTo>
                    <a:pt x="1874690" y="3356973"/>
                  </a:lnTo>
                  <a:lnTo>
                    <a:pt x="1918877" y="3348651"/>
                  </a:lnTo>
                  <a:lnTo>
                    <a:pt x="1961017" y="3335201"/>
                  </a:lnTo>
                  <a:lnTo>
                    <a:pt x="2000769" y="3316966"/>
                  </a:lnTo>
                  <a:lnTo>
                    <a:pt x="2037789" y="3294287"/>
                  </a:lnTo>
                  <a:lnTo>
                    <a:pt x="2071737" y="3267508"/>
                  </a:lnTo>
                  <a:lnTo>
                    <a:pt x="2102268" y="3236972"/>
                  </a:lnTo>
                  <a:lnTo>
                    <a:pt x="2129042" y="3203022"/>
                  </a:lnTo>
                  <a:lnTo>
                    <a:pt x="2151715" y="3166000"/>
                  </a:lnTo>
                  <a:lnTo>
                    <a:pt x="2169946" y="3126248"/>
                  </a:lnTo>
                  <a:lnTo>
                    <a:pt x="2183392" y="3084111"/>
                  </a:lnTo>
                  <a:lnTo>
                    <a:pt x="2191711" y="3039931"/>
                  </a:lnTo>
                  <a:lnTo>
                    <a:pt x="2194560" y="2994050"/>
                  </a:lnTo>
                  <a:lnTo>
                    <a:pt x="2194560" y="365760"/>
                  </a:lnTo>
                  <a:lnTo>
                    <a:pt x="2191711" y="319869"/>
                  </a:lnTo>
                  <a:lnTo>
                    <a:pt x="2183392" y="275682"/>
                  </a:lnTo>
                  <a:lnTo>
                    <a:pt x="2169946" y="233542"/>
                  </a:lnTo>
                  <a:lnTo>
                    <a:pt x="2151715" y="193790"/>
                  </a:lnTo>
                  <a:lnTo>
                    <a:pt x="2129042" y="156770"/>
                  </a:lnTo>
                  <a:lnTo>
                    <a:pt x="2102268" y="122822"/>
                  </a:lnTo>
                  <a:lnTo>
                    <a:pt x="2071737" y="92291"/>
                  </a:lnTo>
                  <a:lnTo>
                    <a:pt x="2037789" y="65517"/>
                  </a:lnTo>
                  <a:lnTo>
                    <a:pt x="2000769" y="42844"/>
                  </a:lnTo>
                  <a:lnTo>
                    <a:pt x="1961017" y="24613"/>
                  </a:lnTo>
                  <a:lnTo>
                    <a:pt x="1918877" y="11167"/>
                  </a:lnTo>
                  <a:lnTo>
                    <a:pt x="1874690" y="2848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5759" y="14668245"/>
              <a:ext cx="2194560" cy="3360420"/>
            </a:xfrm>
            <a:custGeom>
              <a:avLst/>
              <a:gdLst/>
              <a:ahLst/>
              <a:cxnLst/>
              <a:rect l="l" t="t" r="r" b="b"/>
              <a:pathLst>
                <a:path w="2194560" h="3360419">
                  <a:moveTo>
                    <a:pt x="0" y="365760"/>
                  </a:moveTo>
                  <a:lnTo>
                    <a:pt x="2849" y="319869"/>
                  </a:lnTo>
                  <a:lnTo>
                    <a:pt x="11170" y="275682"/>
                  </a:lnTo>
                  <a:lnTo>
                    <a:pt x="24619" y="233542"/>
                  </a:lnTo>
                  <a:lnTo>
                    <a:pt x="42854" y="193790"/>
                  </a:lnTo>
                  <a:lnTo>
                    <a:pt x="65532" y="156770"/>
                  </a:lnTo>
                  <a:lnTo>
                    <a:pt x="92309" y="122822"/>
                  </a:lnTo>
                  <a:lnTo>
                    <a:pt x="122845" y="92291"/>
                  </a:lnTo>
                  <a:lnTo>
                    <a:pt x="156795" y="65517"/>
                  </a:lnTo>
                  <a:lnTo>
                    <a:pt x="193817" y="42844"/>
                  </a:lnTo>
                  <a:lnTo>
                    <a:pt x="233569" y="24613"/>
                  </a:lnTo>
                  <a:lnTo>
                    <a:pt x="275707" y="11167"/>
                  </a:lnTo>
                  <a:lnTo>
                    <a:pt x="319889" y="2848"/>
                  </a:lnTo>
                  <a:lnTo>
                    <a:pt x="365772" y="0"/>
                  </a:lnTo>
                  <a:lnTo>
                    <a:pt x="1828800" y="0"/>
                  </a:lnTo>
                  <a:lnTo>
                    <a:pt x="1874690" y="2848"/>
                  </a:lnTo>
                  <a:lnTo>
                    <a:pt x="1918877" y="11167"/>
                  </a:lnTo>
                  <a:lnTo>
                    <a:pt x="1961017" y="24613"/>
                  </a:lnTo>
                  <a:lnTo>
                    <a:pt x="2000769" y="42844"/>
                  </a:lnTo>
                  <a:lnTo>
                    <a:pt x="2037789" y="65517"/>
                  </a:lnTo>
                  <a:lnTo>
                    <a:pt x="2071737" y="92291"/>
                  </a:lnTo>
                  <a:lnTo>
                    <a:pt x="2102268" y="122822"/>
                  </a:lnTo>
                  <a:lnTo>
                    <a:pt x="2129042" y="156770"/>
                  </a:lnTo>
                  <a:lnTo>
                    <a:pt x="2151715" y="193790"/>
                  </a:lnTo>
                  <a:lnTo>
                    <a:pt x="2169946" y="233542"/>
                  </a:lnTo>
                  <a:lnTo>
                    <a:pt x="2183392" y="275682"/>
                  </a:lnTo>
                  <a:lnTo>
                    <a:pt x="2191711" y="319869"/>
                  </a:lnTo>
                  <a:lnTo>
                    <a:pt x="2194560" y="365760"/>
                  </a:lnTo>
                  <a:lnTo>
                    <a:pt x="2194560" y="2994050"/>
                  </a:lnTo>
                  <a:lnTo>
                    <a:pt x="2191711" y="3039931"/>
                  </a:lnTo>
                  <a:lnTo>
                    <a:pt x="2183392" y="3084111"/>
                  </a:lnTo>
                  <a:lnTo>
                    <a:pt x="2169946" y="3126248"/>
                  </a:lnTo>
                  <a:lnTo>
                    <a:pt x="2151715" y="3166000"/>
                  </a:lnTo>
                  <a:lnTo>
                    <a:pt x="2129042" y="3203022"/>
                  </a:lnTo>
                  <a:lnTo>
                    <a:pt x="2102268" y="3236972"/>
                  </a:lnTo>
                  <a:lnTo>
                    <a:pt x="2071737" y="3267508"/>
                  </a:lnTo>
                  <a:lnTo>
                    <a:pt x="2037789" y="3294287"/>
                  </a:lnTo>
                  <a:lnTo>
                    <a:pt x="2000769" y="3316966"/>
                  </a:lnTo>
                  <a:lnTo>
                    <a:pt x="1961017" y="3335201"/>
                  </a:lnTo>
                  <a:lnTo>
                    <a:pt x="1918877" y="3348651"/>
                  </a:lnTo>
                  <a:lnTo>
                    <a:pt x="1874690" y="3356973"/>
                  </a:lnTo>
                  <a:lnTo>
                    <a:pt x="1828800" y="3359823"/>
                  </a:lnTo>
                  <a:lnTo>
                    <a:pt x="365772" y="3359823"/>
                  </a:lnTo>
                  <a:lnTo>
                    <a:pt x="319889" y="3356973"/>
                  </a:lnTo>
                  <a:lnTo>
                    <a:pt x="275707" y="3348651"/>
                  </a:lnTo>
                  <a:lnTo>
                    <a:pt x="233569" y="3335201"/>
                  </a:lnTo>
                  <a:lnTo>
                    <a:pt x="193817" y="3316966"/>
                  </a:lnTo>
                  <a:lnTo>
                    <a:pt x="156795" y="3294287"/>
                  </a:lnTo>
                  <a:lnTo>
                    <a:pt x="122845" y="3267508"/>
                  </a:lnTo>
                  <a:lnTo>
                    <a:pt x="92309" y="3236972"/>
                  </a:lnTo>
                  <a:lnTo>
                    <a:pt x="65532" y="3203022"/>
                  </a:lnTo>
                  <a:lnTo>
                    <a:pt x="42854" y="3166000"/>
                  </a:lnTo>
                  <a:lnTo>
                    <a:pt x="24619" y="3126248"/>
                  </a:lnTo>
                  <a:lnTo>
                    <a:pt x="11170" y="3084111"/>
                  </a:lnTo>
                  <a:lnTo>
                    <a:pt x="2849" y="3039931"/>
                  </a:lnTo>
                  <a:lnTo>
                    <a:pt x="0" y="2994050"/>
                  </a:lnTo>
                  <a:lnTo>
                    <a:pt x="0" y="36576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5097" y="14653243"/>
              <a:ext cx="5192273" cy="343208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743199" y="14668245"/>
              <a:ext cx="5120640" cy="3360420"/>
            </a:xfrm>
            <a:custGeom>
              <a:avLst/>
              <a:gdLst/>
              <a:ahLst/>
              <a:cxnLst/>
              <a:rect l="l" t="t" r="r" b="b"/>
              <a:pathLst>
                <a:path w="5120640" h="3360419">
                  <a:moveTo>
                    <a:pt x="4560697" y="0"/>
                  </a:moveTo>
                  <a:lnTo>
                    <a:pt x="559942" y="0"/>
                  </a:lnTo>
                  <a:lnTo>
                    <a:pt x="511629" y="2055"/>
                  </a:lnTo>
                  <a:lnTo>
                    <a:pt x="464456" y="8109"/>
                  </a:lnTo>
                  <a:lnTo>
                    <a:pt x="418593" y="17993"/>
                  </a:lnTo>
                  <a:lnTo>
                    <a:pt x="374207" y="31540"/>
                  </a:lnTo>
                  <a:lnTo>
                    <a:pt x="331467" y="48582"/>
                  </a:lnTo>
                  <a:lnTo>
                    <a:pt x="290540" y="68949"/>
                  </a:lnTo>
                  <a:lnTo>
                    <a:pt x="251595" y="92475"/>
                  </a:lnTo>
                  <a:lnTo>
                    <a:pt x="214799" y="118991"/>
                  </a:lnTo>
                  <a:lnTo>
                    <a:pt x="180321" y="148329"/>
                  </a:lnTo>
                  <a:lnTo>
                    <a:pt x="148329" y="180321"/>
                  </a:lnTo>
                  <a:lnTo>
                    <a:pt x="118991" y="214799"/>
                  </a:lnTo>
                  <a:lnTo>
                    <a:pt x="92475" y="251595"/>
                  </a:lnTo>
                  <a:lnTo>
                    <a:pt x="68949" y="290540"/>
                  </a:lnTo>
                  <a:lnTo>
                    <a:pt x="48582" y="331467"/>
                  </a:lnTo>
                  <a:lnTo>
                    <a:pt x="31540" y="374207"/>
                  </a:lnTo>
                  <a:lnTo>
                    <a:pt x="17993" y="418593"/>
                  </a:lnTo>
                  <a:lnTo>
                    <a:pt x="8109" y="464456"/>
                  </a:lnTo>
                  <a:lnTo>
                    <a:pt x="2055" y="511629"/>
                  </a:lnTo>
                  <a:lnTo>
                    <a:pt x="0" y="559943"/>
                  </a:lnTo>
                  <a:lnTo>
                    <a:pt x="0" y="2799842"/>
                  </a:lnTo>
                  <a:lnTo>
                    <a:pt x="2055" y="2848159"/>
                  </a:lnTo>
                  <a:lnTo>
                    <a:pt x="8109" y="2895335"/>
                  </a:lnTo>
                  <a:lnTo>
                    <a:pt x="17993" y="2941202"/>
                  </a:lnTo>
                  <a:lnTo>
                    <a:pt x="31540" y="2985591"/>
                  </a:lnTo>
                  <a:lnTo>
                    <a:pt x="48582" y="3028334"/>
                  </a:lnTo>
                  <a:lnTo>
                    <a:pt x="68949" y="3069264"/>
                  </a:lnTo>
                  <a:lnTo>
                    <a:pt x="92475" y="3108212"/>
                  </a:lnTo>
                  <a:lnTo>
                    <a:pt x="118991" y="3145010"/>
                  </a:lnTo>
                  <a:lnTo>
                    <a:pt x="148329" y="3179490"/>
                  </a:lnTo>
                  <a:lnTo>
                    <a:pt x="180321" y="3211484"/>
                  </a:lnTo>
                  <a:lnTo>
                    <a:pt x="214799" y="3240824"/>
                  </a:lnTo>
                  <a:lnTo>
                    <a:pt x="251595" y="3267342"/>
                  </a:lnTo>
                  <a:lnTo>
                    <a:pt x="290540" y="3290869"/>
                  </a:lnTo>
                  <a:lnTo>
                    <a:pt x="331467" y="3311238"/>
                  </a:lnTo>
                  <a:lnTo>
                    <a:pt x="374207" y="3328280"/>
                  </a:lnTo>
                  <a:lnTo>
                    <a:pt x="418593" y="3341828"/>
                  </a:lnTo>
                  <a:lnTo>
                    <a:pt x="464456" y="3351713"/>
                  </a:lnTo>
                  <a:lnTo>
                    <a:pt x="511629" y="3357767"/>
                  </a:lnTo>
                  <a:lnTo>
                    <a:pt x="559942" y="3359823"/>
                  </a:lnTo>
                  <a:lnTo>
                    <a:pt x="4560697" y="3359823"/>
                  </a:lnTo>
                  <a:lnTo>
                    <a:pt x="4609010" y="3357767"/>
                  </a:lnTo>
                  <a:lnTo>
                    <a:pt x="4656183" y="3351713"/>
                  </a:lnTo>
                  <a:lnTo>
                    <a:pt x="4702046" y="3341828"/>
                  </a:lnTo>
                  <a:lnTo>
                    <a:pt x="4746432" y="3328280"/>
                  </a:lnTo>
                  <a:lnTo>
                    <a:pt x="4789172" y="3311238"/>
                  </a:lnTo>
                  <a:lnTo>
                    <a:pt x="4830099" y="3290869"/>
                  </a:lnTo>
                  <a:lnTo>
                    <a:pt x="4869044" y="3267342"/>
                  </a:lnTo>
                  <a:lnTo>
                    <a:pt x="4905840" y="3240824"/>
                  </a:lnTo>
                  <a:lnTo>
                    <a:pt x="4940318" y="3211484"/>
                  </a:lnTo>
                  <a:lnTo>
                    <a:pt x="4972310" y="3179490"/>
                  </a:lnTo>
                  <a:lnTo>
                    <a:pt x="5001648" y="3145010"/>
                  </a:lnTo>
                  <a:lnTo>
                    <a:pt x="5028164" y="3108212"/>
                  </a:lnTo>
                  <a:lnTo>
                    <a:pt x="5051690" y="3069264"/>
                  </a:lnTo>
                  <a:lnTo>
                    <a:pt x="5072057" y="3028334"/>
                  </a:lnTo>
                  <a:lnTo>
                    <a:pt x="5089099" y="2985591"/>
                  </a:lnTo>
                  <a:lnTo>
                    <a:pt x="5102646" y="2941202"/>
                  </a:lnTo>
                  <a:lnTo>
                    <a:pt x="5112530" y="2895335"/>
                  </a:lnTo>
                  <a:lnTo>
                    <a:pt x="5118584" y="2848159"/>
                  </a:lnTo>
                  <a:lnTo>
                    <a:pt x="5120640" y="2799842"/>
                  </a:lnTo>
                  <a:lnTo>
                    <a:pt x="5120640" y="559943"/>
                  </a:lnTo>
                  <a:lnTo>
                    <a:pt x="5118584" y="511629"/>
                  </a:lnTo>
                  <a:lnTo>
                    <a:pt x="5112530" y="464456"/>
                  </a:lnTo>
                  <a:lnTo>
                    <a:pt x="5102646" y="418593"/>
                  </a:lnTo>
                  <a:lnTo>
                    <a:pt x="5089099" y="374207"/>
                  </a:lnTo>
                  <a:lnTo>
                    <a:pt x="5072057" y="331467"/>
                  </a:lnTo>
                  <a:lnTo>
                    <a:pt x="5051690" y="290540"/>
                  </a:lnTo>
                  <a:lnTo>
                    <a:pt x="5028164" y="251595"/>
                  </a:lnTo>
                  <a:lnTo>
                    <a:pt x="5001648" y="214799"/>
                  </a:lnTo>
                  <a:lnTo>
                    <a:pt x="4972310" y="180321"/>
                  </a:lnTo>
                  <a:lnTo>
                    <a:pt x="4940318" y="148329"/>
                  </a:lnTo>
                  <a:lnTo>
                    <a:pt x="4905840" y="118991"/>
                  </a:lnTo>
                  <a:lnTo>
                    <a:pt x="4869044" y="92475"/>
                  </a:lnTo>
                  <a:lnTo>
                    <a:pt x="4830099" y="68949"/>
                  </a:lnTo>
                  <a:lnTo>
                    <a:pt x="4789172" y="48582"/>
                  </a:lnTo>
                  <a:lnTo>
                    <a:pt x="4746432" y="31540"/>
                  </a:lnTo>
                  <a:lnTo>
                    <a:pt x="4702046" y="17993"/>
                  </a:lnTo>
                  <a:lnTo>
                    <a:pt x="4656183" y="8109"/>
                  </a:lnTo>
                  <a:lnTo>
                    <a:pt x="4609010" y="2055"/>
                  </a:lnTo>
                  <a:lnTo>
                    <a:pt x="456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43199" y="14668245"/>
              <a:ext cx="5120640" cy="3360420"/>
            </a:xfrm>
            <a:custGeom>
              <a:avLst/>
              <a:gdLst/>
              <a:ahLst/>
              <a:cxnLst/>
              <a:rect l="l" t="t" r="r" b="b"/>
              <a:pathLst>
                <a:path w="5120640" h="3360419">
                  <a:moveTo>
                    <a:pt x="0" y="559943"/>
                  </a:moveTo>
                  <a:lnTo>
                    <a:pt x="2055" y="511629"/>
                  </a:lnTo>
                  <a:lnTo>
                    <a:pt x="8109" y="464456"/>
                  </a:lnTo>
                  <a:lnTo>
                    <a:pt x="17993" y="418593"/>
                  </a:lnTo>
                  <a:lnTo>
                    <a:pt x="31540" y="374207"/>
                  </a:lnTo>
                  <a:lnTo>
                    <a:pt x="48582" y="331467"/>
                  </a:lnTo>
                  <a:lnTo>
                    <a:pt x="68949" y="290540"/>
                  </a:lnTo>
                  <a:lnTo>
                    <a:pt x="92475" y="251595"/>
                  </a:lnTo>
                  <a:lnTo>
                    <a:pt x="118991" y="214799"/>
                  </a:lnTo>
                  <a:lnTo>
                    <a:pt x="148329" y="180321"/>
                  </a:lnTo>
                  <a:lnTo>
                    <a:pt x="180321" y="148329"/>
                  </a:lnTo>
                  <a:lnTo>
                    <a:pt x="214799" y="118991"/>
                  </a:lnTo>
                  <a:lnTo>
                    <a:pt x="251595" y="92475"/>
                  </a:lnTo>
                  <a:lnTo>
                    <a:pt x="290540" y="68949"/>
                  </a:lnTo>
                  <a:lnTo>
                    <a:pt x="331467" y="48582"/>
                  </a:lnTo>
                  <a:lnTo>
                    <a:pt x="374207" y="31540"/>
                  </a:lnTo>
                  <a:lnTo>
                    <a:pt x="418593" y="17993"/>
                  </a:lnTo>
                  <a:lnTo>
                    <a:pt x="464456" y="8109"/>
                  </a:lnTo>
                  <a:lnTo>
                    <a:pt x="511629" y="2055"/>
                  </a:lnTo>
                  <a:lnTo>
                    <a:pt x="559942" y="0"/>
                  </a:lnTo>
                  <a:lnTo>
                    <a:pt x="4560697" y="0"/>
                  </a:lnTo>
                  <a:lnTo>
                    <a:pt x="4609010" y="2055"/>
                  </a:lnTo>
                  <a:lnTo>
                    <a:pt x="4656183" y="8109"/>
                  </a:lnTo>
                  <a:lnTo>
                    <a:pt x="4702046" y="17993"/>
                  </a:lnTo>
                  <a:lnTo>
                    <a:pt x="4746432" y="31540"/>
                  </a:lnTo>
                  <a:lnTo>
                    <a:pt x="4789172" y="48582"/>
                  </a:lnTo>
                  <a:lnTo>
                    <a:pt x="4830099" y="68949"/>
                  </a:lnTo>
                  <a:lnTo>
                    <a:pt x="4869044" y="92475"/>
                  </a:lnTo>
                  <a:lnTo>
                    <a:pt x="4905840" y="118991"/>
                  </a:lnTo>
                  <a:lnTo>
                    <a:pt x="4940318" y="148329"/>
                  </a:lnTo>
                  <a:lnTo>
                    <a:pt x="4972310" y="180321"/>
                  </a:lnTo>
                  <a:lnTo>
                    <a:pt x="5001648" y="214799"/>
                  </a:lnTo>
                  <a:lnTo>
                    <a:pt x="5028164" y="251595"/>
                  </a:lnTo>
                  <a:lnTo>
                    <a:pt x="5051690" y="290540"/>
                  </a:lnTo>
                  <a:lnTo>
                    <a:pt x="5072057" y="331467"/>
                  </a:lnTo>
                  <a:lnTo>
                    <a:pt x="5089099" y="374207"/>
                  </a:lnTo>
                  <a:lnTo>
                    <a:pt x="5102646" y="418593"/>
                  </a:lnTo>
                  <a:lnTo>
                    <a:pt x="5112530" y="464456"/>
                  </a:lnTo>
                  <a:lnTo>
                    <a:pt x="5118584" y="511629"/>
                  </a:lnTo>
                  <a:lnTo>
                    <a:pt x="5120640" y="559943"/>
                  </a:lnTo>
                  <a:lnTo>
                    <a:pt x="5120640" y="2799842"/>
                  </a:lnTo>
                  <a:lnTo>
                    <a:pt x="5118584" y="2848159"/>
                  </a:lnTo>
                  <a:lnTo>
                    <a:pt x="5112530" y="2895335"/>
                  </a:lnTo>
                  <a:lnTo>
                    <a:pt x="5102646" y="2941202"/>
                  </a:lnTo>
                  <a:lnTo>
                    <a:pt x="5089099" y="2985591"/>
                  </a:lnTo>
                  <a:lnTo>
                    <a:pt x="5072057" y="3028334"/>
                  </a:lnTo>
                  <a:lnTo>
                    <a:pt x="5051690" y="3069264"/>
                  </a:lnTo>
                  <a:lnTo>
                    <a:pt x="5028164" y="3108212"/>
                  </a:lnTo>
                  <a:lnTo>
                    <a:pt x="5001648" y="3145010"/>
                  </a:lnTo>
                  <a:lnTo>
                    <a:pt x="4972310" y="3179490"/>
                  </a:lnTo>
                  <a:lnTo>
                    <a:pt x="4940318" y="3211484"/>
                  </a:lnTo>
                  <a:lnTo>
                    <a:pt x="4905840" y="3240824"/>
                  </a:lnTo>
                  <a:lnTo>
                    <a:pt x="4869044" y="3267342"/>
                  </a:lnTo>
                  <a:lnTo>
                    <a:pt x="4830099" y="3290869"/>
                  </a:lnTo>
                  <a:lnTo>
                    <a:pt x="4789172" y="3311238"/>
                  </a:lnTo>
                  <a:lnTo>
                    <a:pt x="4746432" y="3328280"/>
                  </a:lnTo>
                  <a:lnTo>
                    <a:pt x="4702046" y="3341828"/>
                  </a:lnTo>
                  <a:lnTo>
                    <a:pt x="4656183" y="3351713"/>
                  </a:lnTo>
                  <a:lnTo>
                    <a:pt x="4609010" y="3357767"/>
                  </a:lnTo>
                  <a:lnTo>
                    <a:pt x="4560697" y="3359823"/>
                  </a:lnTo>
                  <a:lnTo>
                    <a:pt x="559942" y="3359823"/>
                  </a:lnTo>
                  <a:lnTo>
                    <a:pt x="511629" y="3357767"/>
                  </a:lnTo>
                  <a:lnTo>
                    <a:pt x="464456" y="3351713"/>
                  </a:lnTo>
                  <a:lnTo>
                    <a:pt x="418593" y="3341828"/>
                  </a:lnTo>
                  <a:lnTo>
                    <a:pt x="374207" y="3328280"/>
                  </a:lnTo>
                  <a:lnTo>
                    <a:pt x="331467" y="3311238"/>
                  </a:lnTo>
                  <a:lnTo>
                    <a:pt x="290540" y="3290869"/>
                  </a:lnTo>
                  <a:lnTo>
                    <a:pt x="251595" y="3267342"/>
                  </a:lnTo>
                  <a:lnTo>
                    <a:pt x="214799" y="3240824"/>
                  </a:lnTo>
                  <a:lnTo>
                    <a:pt x="180321" y="3211484"/>
                  </a:lnTo>
                  <a:lnTo>
                    <a:pt x="148329" y="3179490"/>
                  </a:lnTo>
                  <a:lnTo>
                    <a:pt x="118991" y="3145010"/>
                  </a:lnTo>
                  <a:lnTo>
                    <a:pt x="92475" y="3108212"/>
                  </a:lnTo>
                  <a:lnTo>
                    <a:pt x="68949" y="3069264"/>
                  </a:lnTo>
                  <a:lnTo>
                    <a:pt x="48582" y="3028334"/>
                  </a:lnTo>
                  <a:lnTo>
                    <a:pt x="31540" y="2985591"/>
                  </a:lnTo>
                  <a:lnTo>
                    <a:pt x="17993" y="2941202"/>
                  </a:lnTo>
                  <a:lnTo>
                    <a:pt x="8109" y="2895335"/>
                  </a:lnTo>
                  <a:lnTo>
                    <a:pt x="2055" y="2848159"/>
                  </a:lnTo>
                  <a:lnTo>
                    <a:pt x="0" y="2799842"/>
                  </a:lnTo>
                  <a:lnTo>
                    <a:pt x="0" y="559943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0052" y="14653243"/>
              <a:ext cx="3791726" cy="343208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138159" y="14668245"/>
              <a:ext cx="3719829" cy="3360420"/>
            </a:xfrm>
            <a:custGeom>
              <a:avLst/>
              <a:gdLst/>
              <a:ahLst/>
              <a:cxnLst/>
              <a:rect l="l" t="t" r="r" b="b"/>
              <a:pathLst>
                <a:path w="3719829" h="3360419">
                  <a:moveTo>
                    <a:pt x="3159760" y="0"/>
                  </a:moveTo>
                  <a:lnTo>
                    <a:pt x="559943" y="0"/>
                  </a:lnTo>
                  <a:lnTo>
                    <a:pt x="511629" y="2055"/>
                  </a:lnTo>
                  <a:lnTo>
                    <a:pt x="464456" y="8109"/>
                  </a:lnTo>
                  <a:lnTo>
                    <a:pt x="418593" y="17993"/>
                  </a:lnTo>
                  <a:lnTo>
                    <a:pt x="374207" y="31540"/>
                  </a:lnTo>
                  <a:lnTo>
                    <a:pt x="331467" y="48582"/>
                  </a:lnTo>
                  <a:lnTo>
                    <a:pt x="290540" y="68949"/>
                  </a:lnTo>
                  <a:lnTo>
                    <a:pt x="251595" y="92475"/>
                  </a:lnTo>
                  <a:lnTo>
                    <a:pt x="214799" y="118991"/>
                  </a:lnTo>
                  <a:lnTo>
                    <a:pt x="180321" y="148329"/>
                  </a:lnTo>
                  <a:lnTo>
                    <a:pt x="148329" y="180321"/>
                  </a:lnTo>
                  <a:lnTo>
                    <a:pt x="118991" y="214799"/>
                  </a:lnTo>
                  <a:lnTo>
                    <a:pt x="92475" y="251595"/>
                  </a:lnTo>
                  <a:lnTo>
                    <a:pt x="68949" y="290540"/>
                  </a:lnTo>
                  <a:lnTo>
                    <a:pt x="48582" y="331467"/>
                  </a:lnTo>
                  <a:lnTo>
                    <a:pt x="31540" y="374207"/>
                  </a:lnTo>
                  <a:lnTo>
                    <a:pt x="17993" y="418593"/>
                  </a:lnTo>
                  <a:lnTo>
                    <a:pt x="8109" y="464456"/>
                  </a:lnTo>
                  <a:lnTo>
                    <a:pt x="2055" y="511629"/>
                  </a:lnTo>
                  <a:lnTo>
                    <a:pt x="0" y="559943"/>
                  </a:lnTo>
                  <a:lnTo>
                    <a:pt x="0" y="2799842"/>
                  </a:lnTo>
                  <a:lnTo>
                    <a:pt x="2055" y="2848159"/>
                  </a:lnTo>
                  <a:lnTo>
                    <a:pt x="8109" y="2895335"/>
                  </a:lnTo>
                  <a:lnTo>
                    <a:pt x="17993" y="2941202"/>
                  </a:lnTo>
                  <a:lnTo>
                    <a:pt x="31540" y="2985591"/>
                  </a:lnTo>
                  <a:lnTo>
                    <a:pt x="48582" y="3028334"/>
                  </a:lnTo>
                  <a:lnTo>
                    <a:pt x="68949" y="3069264"/>
                  </a:lnTo>
                  <a:lnTo>
                    <a:pt x="92475" y="3108212"/>
                  </a:lnTo>
                  <a:lnTo>
                    <a:pt x="118991" y="3145010"/>
                  </a:lnTo>
                  <a:lnTo>
                    <a:pt x="148329" y="3179490"/>
                  </a:lnTo>
                  <a:lnTo>
                    <a:pt x="180321" y="3211484"/>
                  </a:lnTo>
                  <a:lnTo>
                    <a:pt x="214799" y="3240824"/>
                  </a:lnTo>
                  <a:lnTo>
                    <a:pt x="251595" y="3267342"/>
                  </a:lnTo>
                  <a:lnTo>
                    <a:pt x="290540" y="3290869"/>
                  </a:lnTo>
                  <a:lnTo>
                    <a:pt x="331467" y="3311238"/>
                  </a:lnTo>
                  <a:lnTo>
                    <a:pt x="374207" y="3328280"/>
                  </a:lnTo>
                  <a:lnTo>
                    <a:pt x="418593" y="3341828"/>
                  </a:lnTo>
                  <a:lnTo>
                    <a:pt x="464456" y="3351713"/>
                  </a:lnTo>
                  <a:lnTo>
                    <a:pt x="511629" y="3357767"/>
                  </a:lnTo>
                  <a:lnTo>
                    <a:pt x="559943" y="3359823"/>
                  </a:lnTo>
                  <a:lnTo>
                    <a:pt x="3159760" y="3359823"/>
                  </a:lnTo>
                  <a:lnTo>
                    <a:pt x="3208073" y="3357767"/>
                  </a:lnTo>
                  <a:lnTo>
                    <a:pt x="3255246" y="3351713"/>
                  </a:lnTo>
                  <a:lnTo>
                    <a:pt x="3301109" y="3341828"/>
                  </a:lnTo>
                  <a:lnTo>
                    <a:pt x="3345495" y="3328280"/>
                  </a:lnTo>
                  <a:lnTo>
                    <a:pt x="3388235" y="3311238"/>
                  </a:lnTo>
                  <a:lnTo>
                    <a:pt x="3429162" y="3290869"/>
                  </a:lnTo>
                  <a:lnTo>
                    <a:pt x="3468107" y="3267342"/>
                  </a:lnTo>
                  <a:lnTo>
                    <a:pt x="3504903" y="3240824"/>
                  </a:lnTo>
                  <a:lnTo>
                    <a:pt x="3539381" y="3211484"/>
                  </a:lnTo>
                  <a:lnTo>
                    <a:pt x="3571373" y="3179490"/>
                  </a:lnTo>
                  <a:lnTo>
                    <a:pt x="3600711" y="3145010"/>
                  </a:lnTo>
                  <a:lnTo>
                    <a:pt x="3627227" y="3108212"/>
                  </a:lnTo>
                  <a:lnTo>
                    <a:pt x="3650753" y="3069264"/>
                  </a:lnTo>
                  <a:lnTo>
                    <a:pt x="3671120" y="3028334"/>
                  </a:lnTo>
                  <a:lnTo>
                    <a:pt x="3688162" y="2985591"/>
                  </a:lnTo>
                  <a:lnTo>
                    <a:pt x="3701709" y="2941202"/>
                  </a:lnTo>
                  <a:lnTo>
                    <a:pt x="3711593" y="2895335"/>
                  </a:lnTo>
                  <a:lnTo>
                    <a:pt x="3717647" y="2848159"/>
                  </a:lnTo>
                  <a:lnTo>
                    <a:pt x="3719703" y="2799842"/>
                  </a:lnTo>
                  <a:lnTo>
                    <a:pt x="3719703" y="559943"/>
                  </a:lnTo>
                  <a:lnTo>
                    <a:pt x="3717647" y="511629"/>
                  </a:lnTo>
                  <a:lnTo>
                    <a:pt x="3711593" y="464456"/>
                  </a:lnTo>
                  <a:lnTo>
                    <a:pt x="3701709" y="418593"/>
                  </a:lnTo>
                  <a:lnTo>
                    <a:pt x="3688162" y="374207"/>
                  </a:lnTo>
                  <a:lnTo>
                    <a:pt x="3671120" y="331467"/>
                  </a:lnTo>
                  <a:lnTo>
                    <a:pt x="3650753" y="290540"/>
                  </a:lnTo>
                  <a:lnTo>
                    <a:pt x="3627227" y="251595"/>
                  </a:lnTo>
                  <a:lnTo>
                    <a:pt x="3600711" y="214799"/>
                  </a:lnTo>
                  <a:lnTo>
                    <a:pt x="3571373" y="180321"/>
                  </a:lnTo>
                  <a:lnTo>
                    <a:pt x="3539381" y="148329"/>
                  </a:lnTo>
                  <a:lnTo>
                    <a:pt x="3504903" y="118991"/>
                  </a:lnTo>
                  <a:lnTo>
                    <a:pt x="3468107" y="92475"/>
                  </a:lnTo>
                  <a:lnTo>
                    <a:pt x="3429162" y="68949"/>
                  </a:lnTo>
                  <a:lnTo>
                    <a:pt x="3388235" y="48582"/>
                  </a:lnTo>
                  <a:lnTo>
                    <a:pt x="3345495" y="31540"/>
                  </a:lnTo>
                  <a:lnTo>
                    <a:pt x="3301109" y="17993"/>
                  </a:lnTo>
                  <a:lnTo>
                    <a:pt x="3255246" y="8109"/>
                  </a:lnTo>
                  <a:lnTo>
                    <a:pt x="3208073" y="2055"/>
                  </a:lnTo>
                  <a:lnTo>
                    <a:pt x="3159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138159" y="14668245"/>
              <a:ext cx="3719829" cy="3360420"/>
            </a:xfrm>
            <a:custGeom>
              <a:avLst/>
              <a:gdLst/>
              <a:ahLst/>
              <a:cxnLst/>
              <a:rect l="l" t="t" r="r" b="b"/>
              <a:pathLst>
                <a:path w="3719829" h="3360419">
                  <a:moveTo>
                    <a:pt x="0" y="559943"/>
                  </a:moveTo>
                  <a:lnTo>
                    <a:pt x="2055" y="511629"/>
                  </a:lnTo>
                  <a:lnTo>
                    <a:pt x="8109" y="464456"/>
                  </a:lnTo>
                  <a:lnTo>
                    <a:pt x="17993" y="418593"/>
                  </a:lnTo>
                  <a:lnTo>
                    <a:pt x="31540" y="374207"/>
                  </a:lnTo>
                  <a:lnTo>
                    <a:pt x="48582" y="331467"/>
                  </a:lnTo>
                  <a:lnTo>
                    <a:pt x="68949" y="290540"/>
                  </a:lnTo>
                  <a:lnTo>
                    <a:pt x="92475" y="251595"/>
                  </a:lnTo>
                  <a:lnTo>
                    <a:pt x="118991" y="214799"/>
                  </a:lnTo>
                  <a:lnTo>
                    <a:pt x="148329" y="180321"/>
                  </a:lnTo>
                  <a:lnTo>
                    <a:pt x="180321" y="148329"/>
                  </a:lnTo>
                  <a:lnTo>
                    <a:pt x="214799" y="118991"/>
                  </a:lnTo>
                  <a:lnTo>
                    <a:pt x="251595" y="92475"/>
                  </a:lnTo>
                  <a:lnTo>
                    <a:pt x="290540" y="68949"/>
                  </a:lnTo>
                  <a:lnTo>
                    <a:pt x="331467" y="48582"/>
                  </a:lnTo>
                  <a:lnTo>
                    <a:pt x="374207" y="31540"/>
                  </a:lnTo>
                  <a:lnTo>
                    <a:pt x="418593" y="17993"/>
                  </a:lnTo>
                  <a:lnTo>
                    <a:pt x="464456" y="8109"/>
                  </a:lnTo>
                  <a:lnTo>
                    <a:pt x="511629" y="2055"/>
                  </a:lnTo>
                  <a:lnTo>
                    <a:pt x="559943" y="0"/>
                  </a:lnTo>
                  <a:lnTo>
                    <a:pt x="3159760" y="0"/>
                  </a:lnTo>
                  <a:lnTo>
                    <a:pt x="3208073" y="2055"/>
                  </a:lnTo>
                  <a:lnTo>
                    <a:pt x="3255246" y="8109"/>
                  </a:lnTo>
                  <a:lnTo>
                    <a:pt x="3301109" y="17993"/>
                  </a:lnTo>
                  <a:lnTo>
                    <a:pt x="3345495" y="31540"/>
                  </a:lnTo>
                  <a:lnTo>
                    <a:pt x="3388235" y="48582"/>
                  </a:lnTo>
                  <a:lnTo>
                    <a:pt x="3429162" y="68949"/>
                  </a:lnTo>
                  <a:lnTo>
                    <a:pt x="3468107" y="92475"/>
                  </a:lnTo>
                  <a:lnTo>
                    <a:pt x="3504903" y="118991"/>
                  </a:lnTo>
                  <a:lnTo>
                    <a:pt x="3539381" y="148329"/>
                  </a:lnTo>
                  <a:lnTo>
                    <a:pt x="3571373" y="180321"/>
                  </a:lnTo>
                  <a:lnTo>
                    <a:pt x="3600711" y="214799"/>
                  </a:lnTo>
                  <a:lnTo>
                    <a:pt x="3627227" y="251595"/>
                  </a:lnTo>
                  <a:lnTo>
                    <a:pt x="3650753" y="290540"/>
                  </a:lnTo>
                  <a:lnTo>
                    <a:pt x="3671120" y="331467"/>
                  </a:lnTo>
                  <a:lnTo>
                    <a:pt x="3688162" y="374207"/>
                  </a:lnTo>
                  <a:lnTo>
                    <a:pt x="3701709" y="418593"/>
                  </a:lnTo>
                  <a:lnTo>
                    <a:pt x="3711593" y="464456"/>
                  </a:lnTo>
                  <a:lnTo>
                    <a:pt x="3717647" y="511629"/>
                  </a:lnTo>
                  <a:lnTo>
                    <a:pt x="3719703" y="559943"/>
                  </a:lnTo>
                  <a:lnTo>
                    <a:pt x="3719703" y="2799842"/>
                  </a:lnTo>
                  <a:lnTo>
                    <a:pt x="3717647" y="2848159"/>
                  </a:lnTo>
                  <a:lnTo>
                    <a:pt x="3711593" y="2895335"/>
                  </a:lnTo>
                  <a:lnTo>
                    <a:pt x="3701709" y="2941202"/>
                  </a:lnTo>
                  <a:lnTo>
                    <a:pt x="3688162" y="2985591"/>
                  </a:lnTo>
                  <a:lnTo>
                    <a:pt x="3671120" y="3028334"/>
                  </a:lnTo>
                  <a:lnTo>
                    <a:pt x="3650753" y="3069264"/>
                  </a:lnTo>
                  <a:lnTo>
                    <a:pt x="3627227" y="3108212"/>
                  </a:lnTo>
                  <a:lnTo>
                    <a:pt x="3600711" y="3145010"/>
                  </a:lnTo>
                  <a:lnTo>
                    <a:pt x="3571373" y="3179490"/>
                  </a:lnTo>
                  <a:lnTo>
                    <a:pt x="3539381" y="3211484"/>
                  </a:lnTo>
                  <a:lnTo>
                    <a:pt x="3504903" y="3240824"/>
                  </a:lnTo>
                  <a:lnTo>
                    <a:pt x="3468107" y="3267342"/>
                  </a:lnTo>
                  <a:lnTo>
                    <a:pt x="3429162" y="3290869"/>
                  </a:lnTo>
                  <a:lnTo>
                    <a:pt x="3388235" y="3311238"/>
                  </a:lnTo>
                  <a:lnTo>
                    <a:pt x="3345495" y="3328280"/>
                  </a:lnTo>
                  <a:lnTo>
                    <a:pt x="3301109" y="3341828"/>
                  </a:lnTo>
                  <a:lnTo>
                    <a:pt x="3255246" y="3351713"/>
                  </a:lnTo>
                  <a:lnTo>
                    <a:pt x="3208073" y="3357767"/>
                  </a:lnTo>
                  <a:lnTo>
                    <a:pt x="3159760" y="3359823"/>
                  </a:lnTo>
                  <a:lnTo>
                    <a:pt x="559943" y="3359823"/>
                  </a:lnTo>
                  <a:lnTo>
                    <a:pt x="511629" y="3357767"/>
                  </a:lnTo>
                  <a:lnTo>
                    <a:pt x="464456" y="3351713"/>
                  </a:lnTo>
                  <a:lnTo>
                    <a:pt x="418593" y="3341828"/>
                  </a:lnTo>
                  <a:lnTo>
                    <a:pt x="374207" y="3328280"/>
                  </a:lnTo>
                  <a:lnTo>
                    <a:pt x="331467" y="3311238"/>
                  </a:lnTo>
                  <a:lnTo>
                    <a:pt x="290540" y="3290869"/>
                  </a:lnTo>
                  <a:lnTo>
                    <a:pt x="251595" y="3267342"/>
                  </a:lnTo>
                  <a:lnTo>
                    <a:pt x="214799" y="3240824"/>
                  </a:lnTo>
                  <a:lnTo>
                    <a:pt x="180321" y="3211484"/>
                  </a:lnTo>
                  <a:lnTo>
                    <a:pt x="148329" y="3179490"/>
                  </a:lnTo>
                  <a:lnTo>
                    <a:pt x="118991" y="3145010"/>
                  </a:lnTo>
                  <a:lnTo>
                    <a:pt x="92475" y="3108212"/>
                  </a:lnTo>
                  <a:lnTo>
                    <a:pt x="68949" y="3069264"/>
                  </a:lnTo>
                  <a:lnTo>
                    <a:pt x="48582" y="3028334"/>
                  </a:lnTo>
                  <a:lnTo>
                    <a:pt x="31540" y="2985591"/>
                  </a:lnTo>
                  <a:lnTo>
                    <a:pt x="17993" y="2941202"/>
                  </a:lnTo>
                  <a:lnTo>
                    <a:pt x="8109" y="2895335"/>
                  </a:lnTo>
                  <a:lnTo>
                    <a:pt x="2055" y="2848159"/>
                  </a:lnTo>
                  <a:lnTo>
                    <a:pt x="0" y="2799842"/>
                  </a:lnTo>
                  <a:lnTo>
                    <a:pt x="0" y="559943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5096" y="2128991"/>
              <a:ext cx="3418340" cy="188526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8919" y="3307105"/>
              <a:ext cx="2965704" cy="58366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743199" y="2144395"/>
              <a:ext cx="3347085" cy="1813560"/>
            </a:xfrm>
            <a:custGeom>
              <a:avLst/>
              <a:gdLst/>
              <a:ahLst/>
              <a:cxnLst/>
              <a:rect l="l" t="t" r="r" b="b"/>
              <a:pathLst>
                <a:path w="3347085" h="1813560">
                  <a:moveTo>
                    <a:pt x="3044825" y="0"/>
                  </a:moveTo>
                  <a:lnTo>
                    <a:pt x="302132" y="0"/>
                  </a:lnTo>
                  <a:lnTo>
                    <a:pt x="253121" y="3957"/>
                  </a:lnTo>
                  <a:lnTo>
                    <a:pt x="206630" y="15414"/>
                  </a:lnTo>
                  <a:lnTo>
                    <a:pt x="163279" y="33748"/>
                  </a:lnTo>
                  <a:lnTo>
                    <a:pt x="123690" y="58334"/>
                  </a:lnTo>
                  <a:lnTo>
                    <a:pt x="88487" y="88550"/>
                  </a:lnTo>
                  <a:lnTo>
                    <a:pt x="58289" y="123773"/>
                  </a:lnTo>
                  <a:lnTo>
                    <a:pt x="33720" y="163378"/>
                  </a:lnTo>
                  <a:lnTo>
                    <a:pt x="15401" y="206743"/>
                  </a:lnTo>
                  <a:lnTo>
                    <a:pt x="3954" y="253245"/>
                  </a:lnTo>
                  <a:lnTo>
                    <a:pt x="0" y="302259"/>
                  </a:lnTo>
                  <a:lnTo>
                    <a:pt x="0" y="1510919"/>
                  </a:lnTo>
                  <a:lnTo>
                    <a:pt x="3954" y="1559930"/>
                  </a:lnTo>
                  <a:lnTo>
                    <a:pt x="15401" y="1606421"/>
                  </a:lnTo>
                  <a:lnTo>
                    <a:pt x="33720" y="1649772"/>
                  </a:lnTo>
                  <a:lnTo>
                    <a:pt x="58289" y="1689361"/>
                  </a:lnTo>
                  <a:lnTo>
                    <a:pt x="88487" y="1724564"/>
                  </a:lnTo>
                  <a:lnTo>
                    <a:pt x="123690" y="1754762"/>
                  </a:lnTo>
                  <a:lnTo>
                    <a:pt x="163279" y="1779331"/>
                  </a:lnTo>
                  <a:lnTo>
                    <a:pt x="206630" y="1797650"/>
                  </a:lnTo>
                  <a:lnTo>
                    <a:pt x="253121" y="1809097"/>
                  </a:lnTo>
                  <a:lnTo>
                    <a:pt x="302132" y="1813052"/>
                  </a:lnTo>
                  <a:lnTo>
                    <a:pt x="3044825" y="1813052"/>
                  </a:lnTo>
                  <a:lnTo>
                    <a:pt x="3093836" y="1809097"/>
                  </a:lnTo>
                  <a:lnTo>
                    <a:pt x="3140327" y="1797650"/>
                  </a:lnTo>
                  <a:lnTo>
                    <a:pt x="3183678" y="1779331"/>
                  </a:lnTo>
                  <a:lnTo>
                    <a:pt x="3223267" y="1754762"/>
                  </a:lnTo>
                  <a:lnTo>
                    <a:pt x="3258470" y="1724564"/>
                  </a:lnTo>
                  <a:lnTo>
                    <a:pt x="3288668" y="1689361"/>
                  </a:lnTo>
                  <a:lnTo>
                    <a:pt x="3313237" y="1649772"/>
                  </a:lnTo>
                  <a:lnTo>
                    <a:pt x="3331556" y="1606421"/>
                  </a:lnTo>
                  <a:lnTo>
                    <a:pt x="3343003" y="1559930"/>
                  </a:lnTo>
                  <a:lnTo>
                    <a:pt x="3346958" y="1510919"/>
                  </a:lnTo>
                  <a:lnTo>
                    <a:pt x="3346958" y="302259"/>
                  </a:lnTo>
                  <a:lnTo>
                    <a:pt x="3343003" y="253245"/>
                  </a:lnTo>
                  <a:lnTo>
                    <a:pt x="3331556" y="206743"/>
                  </a:lnTo>
                  <a:lnTo>
                    <a:pt x="3313237" y="163378"/>
                  </a:lnTo>
                  <a:lnTo>
                    <a:pt x="3288668" y="123773"/>
                  </a:lnTo>
                  <a:lnTo>
                    <a:pt x="3258470" y="88550"/>
                  </a:lnTo>
                  <a:lnTo>
                    <a:pt x="3223267" y="58334"/>
                  </a:lnTo>
                  <a:lnTo>
                    <a:pt x="3183678" y="33748"/>
                  </a:lnTo>
                  <a:lnTo>
                    <a:pt x="3140327" y="15414"/>
                  </a:lnTo>
                  <a:lnTo>
                    <a:pt x="3093836" y="3957"/>
                  </a:lnTo>
                  <a:lnTo>
                    <a:pt x="3044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43199" y="2144395"/>
              <a:ext cx="3347085" cy="1813560"/>
            </a:xfrm>
            <a:custGeom>
              <a:avLst/>
              <a:gdLst/>
              <a:ahLst/>
              <a:cxnLst/>
              <a:rect l="l" t="t" r="r" b="b"/>
              <a:pathLst>
                <a:path w="3347085" h="1813560">
                  <a:moveTo>
                    <a:pt x="0" y="302259"/>
                  </a:moveTo>
                  <a:lnTo>
                    <a:pt x="3954" y="253245"/>
                  </a:lnTo>
                  <a:lnTo>
                    <a:pt x="15401" y="206743"/>
                  </a:lnTo>
                  <a:lnTo>
                    <a:pt x="33720" y="163378"/>
                  </a:lnTo>
                  <a:lnTo>
                    <a:pt x="58289" y="123773"/>
                  </a:lnTo>
                  <a:lnTo>
                    <a:pt x="88487" y="88550"/>
                  </a:lnTo>
                  <a:lnTo>
                    <a:pt x="123690" y="58334"/>
                  </a:lnTo>
                  <a:lnTo>
                    <a:pt x="163279" y="33748"/>
                  </a:lnTo>
                  <a:lnTo>
                    <a:pt x="206630" y="15414"/>
                  </a:lnTo>
                  <a:lnTo>
                    <a:pt x="253121" y="3957"/>
                  </a:lnTo>
                  <a:lnTo>
                    <a:pt x="302132" y="0"/>
                  </a:lnTo>
                  <a:lnTo>
                    <a:pt x="3044825" y="0"/>
                  </a:lnTo>
                  <a:lnTo>
                    <a:pt x="3093836" y="3957"/>
                  </a:lnTo>
                  <a:lnTo>
                    <a:pt x="3140327" y="15414"/>
                  </a:lnTo>
                  <a:lnTo>
                    <a:pt x="3183678" y="33748"/>
                  </a:lnTo>
                  <a:lnTo>
                    <a:pt x="3223267" y="58334"/>
                  </a:lnTo>
                  <a:lnTo>
                    <a:pt x="3258470" y="88550"/>
                  </a:lnTo>
                  <a:lnTo>
                    <a:pt x="3288668" y="123773"/>
                  </a:lnTo>
                  <a:lnTo>
                    <a:pt x="3313237" y="163378"/>
                  </a:lnTo>
                  <a:lnTo>
                    <a:pt x="3331556" y="206743"/>
                  </a:lnTo>
                  <a:lnTo>
                    <a:pt x="3343003" y="253245"/>
                  </a:lnTo>
                  <a:lnTo>
                    <a:pt x="3346958" y="302259"/>
                  </a:lnTo>
                  <a:lnTo>
                    <a:pt x="3346958" y="1510919"/>
                  </a:lnTo>
                  <a:lnTo>
                    <a:pt x="3343003" y="1559930"/>
                  </a:lnTo>
                  <a:lnTo>
                    <a:pt x="3331556" y="1606421"/>
                  </a:lnTo>
                  <a:lnTo>
                    <a:pt x="3313237" y="1649772"/>
                  </a:lnTo>
                  <a:lnTo>
                    <a:pt x="3288668" y="1689361"/>
                  </a:lnTo>
                  <a:lnTo>
                    <a:pt x="3258470" y="1724564"/>
                  </a:lnTo>
                  <a:lnTo>
                    <a:pt x="3223267" y="1754762"/>
                  </a:lnTo>
                  <a:lnTo>
                    <a:pt x="3183678" y="1779331"/>
                  </a:lnTo>
                  <a:lnTo>
                    <a:pt x="3140327" y="1797650"/>
                  </a:lnTo>
                  <a:lnTo>
                    <a:pt x="3093836" y="1809097"/>
                  </a:lnTo>
                  <a:lnTo>
                    <a:pt x="3044825" y="1813052"/>
                  </a:lnTo>
                  <a:lnTo>
                    <a:pt x="302132" y="1813052"/>
                  </a:lnTo>
                  <a:lnTo>
                    <a:pt x="253121" y="1809097"/>
                  </a:lnTo>
                  <a:lnTo>
                    <a:pt x="206630" y="1797650"/>
                  </a:lnTo>
                  <a:lnTo>
                    <a:pt x="163279" y="1779331"/>
                  </a:lnTo>
                  <a:lnTo>
                    <a:pt x="123690" y="1754762"/>
                  </a:lnTo>
                  <a:lnTo>
                    <a:pt x="88487" y="1724564"/>
                  </a:lnTo>
                  <a:lnTo>
                    <a:pt x="58289" y="1689361"/>
                  </a:lnTo>
                  <a:lnTo>
                    <a:pt x="33720" y="1649772"/>
                  </a:lnTo>
                  <a:lnTo>
                    <a:pt x="15401" y="1606421"/>
                  </a:lnTo>
                  <a:lnTo>
                    <a:pt x="3954" y="1559930"/>
                  </a:lnTo>
                  <a:lnTo>
                    <a:pt x="0" y="1510919"/>
                  </a:lnTo>
                  <a:lnTo>
                    <a:pt x="0" y="302259"/>
                  </a:lnTo>
                  <a:close/>
                </a:path>
              </a:pathLst>
            </a:custGeom>
            <a:ln w="9524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406266" y="3354069"/>
            <a:ext cx="2233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8309" marR="5080" indent="-43624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Department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&amp; </a:t>
            </a:r>
            <a:r>
              <a:rPr dirty="0" sz="1200" spc="-10">
                <a:latin typeface="Times New Roman"/>
                <a:cs typeface="Times New Roman"/>
              </a:rPr>
              <a:t>Engineering(AI&amp;ML)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76655" y="2158489"/>
            <a:ext cx="7991475" cy="6216015"/>
            <a:chOff x="676655" y="2158489"/>
            <a:chExt cx="7991475" cy="6216015"/>
          </a:xfrm>
        </p:grpSpPr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655" y="5324881"/>
              <a:ext cx="2110740" cy="50137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5087" y="5327891"/>
              <a:ext cx="1298448" cy="56084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31519" y="534924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40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80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31519" y="534924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40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39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92137" y="2158489"/>
              <a:ext cx="1775679" cy="143866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6655" y="7810462"/>
              <a:ext cx="2110740" cy="50295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9263" y="7813535"/>
              <a:ext cx="1528572" cy="56084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731519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39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80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31519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39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39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137310" y="7876794"/>
            <a:ext cx="1199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752843" y="7810462"/>
            <a:ext cx="2110740" cy="564515"/>
            <a:chOff x="6752843" y="7810462"/>
            <a:chExt cx="2110740" cy="564515"/>
          </a:xfrm>
        </p:grpSpPr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52843" y="7810462"/>
              <a:ext cx="2110740" cy="50295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43571" y="7813535"/>
              <a:ext cx="1133868" cy="560844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807580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1805940" y="0"/>
                  </a:moveTo>
                  <a:lnTo>
                    <a:pt x="0" y="0"/>
                  </a:lnTo>
                  <a:lnTo>
                    <a:pt x="205740" y="205739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79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807580" y="7835519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0" y="0"/>
                  </a:moveTo>
                  <a:lnTo>
                    <a:pt x="1805940" y="0"/>
                  </a:lnTo>
                  <a:lnTo>
                    <a:pt x="2011679" y="205739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40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7412228" y="7876794"/>
            <a:ext cx="803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76655" y="11804891"/>
            <a:ext cx="3394075" cy="716915"/>
            <a:chOff x="676655" y="11804891"/>
            <a:chExt cx="3394075" cy="716915"/>
          </a:xfrm>
        </p:grpSpPr>
        <p:pic>
          <p:nvPicPr>
            <p:cNvPr id="50" name="object 5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6655" y="11859755"/>
              <a:ext cx="3393948" cy="661428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6715" y="11804891"/>
              <a:ext cx="2439924" cy="560844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31519" y="11884025"/>
              <a:ext cx="3295015" cy="570865"/>
            </a:xfrm>
            <a:custGeom>
              <a:avLst/>
              <a:gdLst/>
              <a:ahLst/>
              <a:cxnLst/>
              <a:rect l="l" t="t" r="r" b="b"/>
              <a:pathLst>
                <a:path w="3295015" h="570865">
                  <a:moveTo>
                    <a:pt x="3009646" y="0"/>
                  </a:moveTo>
                  <a:lnTo>
                    <a:pt x="0" y="0"/>
                  </a:lnTo>
                  <a:lnTo>
                    <a:pt x="285356" y="285368"/>
                  </a:lnTo>
                  <a:lnTo>
                    <a:pt x="0" y="570738"/>
                  </a:lnTo>
                  <a:lnTo>
                    <a:pt x="3009646" y="570738"/>
                  </a:lnTo>
                  <a:lnTo>
                    <a:pt x="3295015" y="285368"/>
                  </a:lnTo>
                  <a:lnTo>
                    <a:pt x="3009646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31519" y="11884025"/>
              <a:ext cx="3295015" cy="570865"/>
            </a:xfrm>
            <a:custGeom>
              <a:avLst/>
              <a:gdLst/>
              <a:ahLst/>
              <a:cxnLst/>
              <a:rect l="l" t="t" r="r" b="b"/>
              <a:pathLst>
                <a:path w="3295015" h="570865">
                  <a:moveTo>
                    <a:pt x="0" y="0"/>
                  </a:moveTo>
                  <a:lnTo>
                    <a:pt x="3009646" y="0"/>
                  </a:lnTo>
                  <a:lnTo>
                    <a:pt x="3295015" y="285368"/>
                  </a:lnTo>
                  <a:lnTo>
                    <a:pt x="3009646" y="570738"/>
                  </a:lnTo>
                  <a:lnTo>
                    <a:pt x="0" y="570738"/>
                  </a:lnTo>
                  <a:lnTo>
                    <a:pt x="285356" y="28536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323594" y="11867845"/>
            <a:ext cx="21107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02336" y="14644141"/>
            <a:ext cx="2110740" cy="563880"/>
            <a:chOff x="402336" y="14644141"/>
            <a:chExt cx="2110740" cy="563880"/>
          </a:xfrm>
        </p:grpSpPr>
        <p:pic>
          <p:nvPicPr>
            <p:cNvPr id="56" name="object 5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2336" y="14644141"/>
              <a:ext cx="2110740" cy="50137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6487" y="14647151"/>
              <a:ext cx="1205471" cy="56084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57200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80">
                  <a:moveTo>
                    <a:pt x="1805939" y="0"/>
                  </a:moveTo>
                  <a:lnTo>
                    <a:pt x="0" y="0"/>
                  </a:lnTo>
                  <a:lnTo>
                    <a:pt x="205740" y="205740"/>
                  </a:lnTo>
                  <a:lnTo>
                    <a:pt x="0" y="411480"/>
                  </a:lnTo>
                  <a:lnTo>
                    <a:pt x="1805939" y="411480"/>
                  </a:lnTo>
                  <a:lnTo>
                    <a:pt x="2011680" y="205740"/>
                  </a:lnTo>
                  <a:lnTo>
                    <a:pt x="1805939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57200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80">
                  <a:moveTo>
                    <a:pt x="0" y="0"/>
                  </a:moveTo>
                  <a:lnTo>
                    <a:pt x="1805939" y="0"/>
                  </a:lnTo>
                  <a:lnTo>
                    <a:pt x="2011680" y="205740"/>
                  </a:lnTo>
                  <a:lnTo>
                    <a:pt x="1805939" y="411480"/>
                  </a:lnTo>
                  <a:lnTo>
                    <a:pt x="0" y="411480"/>
                  </a:lnTo>
                  <a:lnTo>
                    <a:pt x="205740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024534" y="14710410"/>
            <a:ext cx="8775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2970276" y="14644141"/>
            <a:ext cx="2110740" cy="563880"/>
            <a:chOff x="2970276" y="14644141"/>
            <a:chExt cx="2110740" cy="563880"/>
          </a:xfrm>
        </p:grpSpPr>
        <p:pic>
          <p:nvPicPr>
            <p:cNvPr id="62" name="object 6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70276" y="14644141"/>
              <a:ext cx="2110740" cy="501370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70732" y="14647151"/>
              <a:ext cx="914425" cy="560844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3024505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39" y="205740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80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024505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80" y="205740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39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3738498" y="14710410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8426195" y="14644141"/>
            <a:ext cx="2110740" cy="563880"/>
            <a:chOff x="8426195" y="14644141"/>
            <a:chExt cx="2110740" cy="563880"/>
          </a:xfrm>
        </p:grpSpPr>
        <p:pic>
          <p:nvPicPr>
            <p:cNvPr id="68" name="object 6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26195" y="14644141"/>
              <a:ext cx="2110740" cy="50137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105899" y="14647151"/>
              <a:ext cx="754379" cy="560844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8480551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40" y="205740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79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480551" y="14668246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79" y="205740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40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9274302" y="14710410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SDG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9500418" y="5832856"/>
            <a:ext cx="701675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800" spc="-25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908100" y="4142358"/>
            <a:ext cx="10422255" cy="329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54605" marR="5080" indent="-2542540">
              <a:lnSpc>
                <a:spcPct val="100000"/>
              </a:lnSpc>
              <a:spcBef>
                <a:spcPts val="100"/>
              </a:spcBef>
            </a:pPr>
            <a:r>
              <a:rPr dirty="0" sz="3200" spc="-55" b="1">
                <a:solidFill>
                  <a:srgbClr val="002C5A"/>
                </a:solidFill>
                <a:latin typeface="Calibri"/>
                <a:cs typeface="Calibri"/>
              </a:rPr>
              <a:t>MULTI-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AGENT</a:t>
            </a:r>
            <a:r>
              <a:rPr dirty="0" sz="3200" spc="-70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2C5A"/>
                </a:solidFill>
                <a:latin typeface="Calibri"/>
                <a:cs typeface="Calibri"/>
              </a:rPr>
              <a:t>REAL-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TIME</a:t>
            </a:r>
            <a:r>
              <a:rPr dirty="0" sz="3200" spc="-8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NETWORK</a:t>
            </a:r>
            <a:r>
              <a:rPr dirty="0" sz="3200" spc="-7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2C5A"/>
                </a:solidFill>
                <a:latin typeface="Calibri"/>
                <a:cs typeface="Calibri"/>
              </a:rPr>
              <a:t>THREAT</a:t>
            </a:r>
            <a:r>
              <a:rPr dirty="0" sz="3200" spc="-4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DETECTION</a:t>
            </a:r>
            <a:r>
              <a:rPr dirty="0" sz="3200" spc="-5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2C5A"/>
                </a:solidFill>
                <a:latin typeface="Calibri"/>
                <a:cs typeface="Calibri"/>
              </a:rPr>
              <a:t>AND </a:t>
            </a:r>
            <a:r>
              <a:rPr dirty="0" sz="3200" spc="-40" b="1">
                <a:solidFill>
                  <a:srgbClr val="002C5A"/>
                </a:solidFill>
                <a:latin typeface="Calibri"/>
                <a:cs typeface="Calibri"/>
              </a:rPr>
              <a:t>AUTOMATED</a:t>
            </a:r>
            <a:r>
              <a:rPr dirty="0" sz="3200" spc="-7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RESPONSE</a:t>
            </a:r>
            <a:r>
              <a:rPr dirty="0" sz="3200" spc="-6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2C5A"/>
                </a:solidFill>
                <a:latin typeface="Calibri"/>
                <a:cs typeface="Calibri"/>
              </a:rPr>
              <a:t>AGENT</a:t>
            </a:r>
            <a:endParaRPr sz="3200">
              <a:latin typeface="Calibri"/>
              <a:cs typeface="Calibri"/>
            </a:endParaRPr>
          </a:p>
          <a:p>
            <a:pPr marL="357505">
              <a:lnSpc>
                <a:spcPct val="100000"/>
              </a:lnSpc>
              <a:spcBef>
                <a:spcPts val="214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ABSTARCT</a:t>
            </a:r>
            <a:endParaRPr sz="1800">
              <a:latin typeface="Calibri"/>
              <a:cs typeface="Calibri"/>
            </a:endParaRPr>
          </a:p>
          <a:p>
            <a:pPr marL="53975" marR="1874520">
              <a:lnSpc>
                <a:spcPct val="100000"/>
              </a:lnSpc>
              <a:spcBef>
                <a:spcPts val="775"/>
              </a:spcBef>
            </a:pPr>
            <a:r>
              <a:rPr dirty="0" sz="1800">
                <a:latin typeface="Calibri"/>
                <a:cs typeface="Calibri"/>
              </a:rPr>
              <a:t>CyberAgent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SOC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detection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multi-agent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various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telemetry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intelligent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classify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threats.</a:t>
            </a:r>
            <a:endParaRPr sz="180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efficient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investigation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automated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response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human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approval.</a:t>
            </a:r>
            <a:endParaRPr sz="180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continuously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monitors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network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activity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identify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suspicious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behavior.</a:t>
            </a:r>
            <a:endParaRPr sz="1800">
              <a:latin typeface="Calibri"/>
              <a:cs typeface="Calibri"/>
            </a:endParaRPr>
          </a:p>
          <a:p>
            <a:pPr marL="53975" marR="225171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response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reduces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manual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effort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operations.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enhances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accuracy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correlating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multiple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sources.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711200" y="17176801"/>
            <a:ext cx="108712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Calibri"/>
                <a:cs typeface="Calibri"/>
              </a:rPr>
              <a:t>Renuka</a:t>
            </a:r>
            <a:r>
              <a:rPr dirty="0" sz="1000" spc="-30" b="1">
                <a:latin typeface="Calibri"/>
                <a:cs typeface="Calibri"/>
              </a:rPr>
              <a:t> </a:t>
            </a:r>
            <a:r>
              <a:rPr dirty="0" sz="1000" b="1">
                <a:latin typeface="Calibri"/>
                <a:cs typeface="Calibri"/>
              </a:rPr>
              <a:t>H</a:t>
            </a:r>
            <a:r>
              <a:rPr dirty="0" sz="1000" spc="-15" b="1">
                <a:latin typeface="Calibri"/>
                <a:cs typeface="Calibri"/>
              </a:rPr>
              <a:t> </a:t>
            </a:r>
            <a:r>
              <a:rPr dirty="0" sz="1000" spc="-50" b="1">
                <a:latin typeface="Calibri"/>
                <a:cs typeface="Calibri"/>
              </a:rPr>
              <a:t>R</a:t>
            </a:r>
            <a:r>
              <a:rPr dirty="0" sz="1000" spc="500" b="1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Assistant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Professor </a:t>
            </a:r>
            <a:r>
              <a:rPr dirty="0" sz="1000">
                <a:latin typeface="Calibri"/>
                <a:cs typeface="Calibri"/>
              </a:rPr>
              <a:t>Dept.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CSE(AI&amp;ML)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-57150" y="-57088"/>
            <a:ext cx="12303125" cy="18397855"/>
            <a:chOff x="-57150" y="-57088"/>
            <a:chExt cx="12303125" cy="18397855"/>
          </a:xfrm>
        </p:grpSpPr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61881" y="5760720"/>
              <a:ext cx="2060702" cy="1874520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0" y="61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587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0" y="61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14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28109" y="2175192"/>
              <a:ext cx="1122489" cy="118446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13326" y="12329286"/>
              <a:ext cx="2892805" cy="1819148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171053" y="12329286"/>
              <a:ext cx="3215131" cy="185851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626480" y="15830918"/>
              <a:ext cx="683996" cy="765187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180079" y="15846412"/>
              <a:ext cx="683996" cy="76226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25106" y="15830943"/>
              <a:ext cx="819061" cy="710552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6820281" y="15826232"/>
              <a:ext cx="828675" cy="720090"/>
            </a:xfrm>
            <a:custGeom>
              <a:avLst/>
              <a:gdLst/>
              <a:ahLst/>
              <a:cxnLst/>
              <a:rect l="l" t="t" r="r" b="b"/>
              <a:pathLst>
                <a:path w="828675" h="720090">
                  <a:moveTo>
                    <a:pt x="0" y="720090"/>
                  </a:moveTo>
                  <a:lnTo>
                    <a:pt x="828586" y="720090"/>
                  </a:lnTo>
                  <a:lnTo>
                    <a:pt x="828586" y="0"/>
                  </a:lnTo>
                  <a:lnTo>
                    <a:pt x="0" y="0"/>
                  </a:lnTo>
                  <a:lnTo>
                    <a:pt x="0" y="720090"/>
                  </a:lnTo>
                  <a:close/>
                </a:path>
              </a:pathLst>
            </a:custGeom>
            <a:ln w="952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71721" y="15830968"/>
              <a:ext cx="683996" cy="795108"/>
            </a:xfrm>
            <a:prstGeom prst="rect">
              <a:avLst/>
            </a:prstGeom>
          </p:spPr>
        </p:pic>
      </p:grpSp>
      <p:sp>
        <p:nvSpPr>
          <p:cNvPr id="90" name="object 90" descr=""/>
          <p:cNvSpPr txBox="1"/>
          <p:nvPr/>
        </p:nvSpPr>
        <p:spPr>
          <a:xfrm>
            <a:off x="3156330" y="16779620"/>
            <a:ext cx="7258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Dhanyashree</a:t>
            </a:r>
            <a:r>
              <a:rPr dirty="0" sz="900" spc="50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V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4PS22CI011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4345051" y="16772001"/>
            <a:ext cx="5740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Kushala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K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R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4PS22CI018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6794118" y="16697706"/>
            <a:ext cx="690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Rohith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Borana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4PS22CI043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5533771" y="16715993"/>
            <a:ext cx="691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Ritesh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Sharma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4PS22CI042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765695" y="8734933"/>
            <a:ext cx="10864215" cy="8292465"/>
            <a:chOff x="765695" y="8734933"/>
            <a:chExt cx="10864215" cy="8292465"/>
          </a:xfrm>
        </p:grpSpPr>
        <p:pic>
          <p:nvPicPr>
            <p:cNvPr id="95" name="object 9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5695" y="15238184"/>
              <a:ext cx="1369568" cy="1788795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573513" y="15789033"/>
              <a:ext cx="886891" cy="877938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726673" y="15792844"/>
              <a:ext cx="902868" cy="87793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388096" y="15788144"/>
              <a:ext cx="903224" cy="877938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790436" y="8755253"/>
              <a:ext cx="4709668" cy="2496057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5695" y="12598146"/>
              <a:ext cx="2982594" cy="1475993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06043" y="8734933"/>
              <a:ext cx="4059809" cy="2410841"/>
            </a:xfrm>
            <a:prstGeom prst="rect">
              <a:avLst/>
            </a:prstGeom>
          </p:spPr>
        </p:pic>
      </p:grpSp>
      <p:sp>
        <p:nvSpPr>
          <p:cNvPr id="102" name="object 102" descr=""/>
          <p:cNvSpPr txBox="1"/>
          <p:nvPr/>
        </p:nvSpPr>
        <p:spPr>
          <a:xfrm>
            <a:off x="8434578" y="16787240"/>
            <a:ext cx="80137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9: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 spc="-10">
                <a:latin typeface="Calibri"/>
                <a:cs typeface="Calibri"/>
              </a:rPr>
              <a:t>Industry, Innovation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 spc="-10">
                <a:latin typeface="Calibri"/>
                <a:cs typeface="Calibri"/>
              </a:rPr>
              <a:t> Infrastructure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9654031" y="16782668"/>
            <a:ext cx="84264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11: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 spc="-10">
                <a:latin typeface="Calibri"/>
                <a:cs typeface="Calibri"/>
              </a:rPr>
              <a:t>Sustainable </a:t>
            </a:r>
            <a:r>
              <a:rPr dirty="0" sz="1000">
                <a:latin typeface="Calibri"/>
                <a:cs typeface="Calibri"/>
              </a:rPr>
              <a:t>Cities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 spc="-10">
                <a:latin typeface="Calibri"/>
                <a:cs typeface="Calibri"/>
              </a:rPr>
              <a:t> Communication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0809223" y="16772382"/>
            <a:ext cx="73596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SDG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16: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Peace,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Justice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Strong Institutions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57150" y="-57125"/>
            <a:ext cx="12303125" cy="18397855"/>
            <a:chOff x="-57150" y="-57125"/>
            <a:chExt cx="12303125" cy="183978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4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698" y="18283174"/>
                  </a:lnTo>
                  <a:lnTo>
                    <a:pt x="12188698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5875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952" cy="1828342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4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698" y="18283174"/>
                  </a:lnTo>
                  <a:lnTo>
                    <a:pt x="12188698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14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300729" y="533550"/>
            <a:ext cx="6137910" cy="119253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1015"/>
              </a:spcBef>
            </a:pP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P</a:t>
            </a:r>
            <a:r>
              <a:rPr dirty="0" sz="2800" spc="-17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</a:t>
            </a:r>
            <a:r>
              <a:rPr dirty="0" sz="2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S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College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of</a:t>
            </a:r>
            <a:r>
              <a:rPr dirty="0" sz="2800" spc="-3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87C"/>
                </a:solidFill>
                <a:latin typeface="Times New Roman"/>
                <a:cs typeface="Times New Roman"/>
              </a:rPr>
              <a:t>Engineering,</a:t>
            </a:r>
            <a:r>
              <a:rPr dirty="0" sz="2800" spc="-4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1F487C"/>
                </a:solidFill>
                <a:latin typeface="Times New Roman"/>
                <a:cs typeface="Times New Roman"/>
              </a:rPr>
              <a:t>Mandya</a:t>
            </a:r>
            <a:endParaRPr sz="28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AN</a:t>
            </a:r>
            <a:r>
              <a:rPr dirty="0" sz="18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(AUTONOMOUS</a:t>
            </a:r>
            <a:r>
              <a:rPr dirty="0" sz="1800" spc="-2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INSTITUTE</a:t>
            </a:r>
            <a:r>
              <a:rPr dirty="0" sz="1800" spc="-3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UNDER</a:t>
            </a:r>
            <a:r>
              <a:rPr dirty="0" sz="1800" spc="-6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45" b="1">
                <a:solidFill>
                  <a:srgbClr val="1F487C"/>
                </a:solidFill>
                <a:latin typeface="Times New Roman"/>
                <a:cs typeface="Times New Roman"/>
              </a:rPr>
              <a:t>VISVESVARAYA </a:t>
            </a:r>
            <a:r>
              <a:rPr dirty="0" sz="1800" b="1">
                <a:solidFill>
                  <a:srgbClr val="1F487C"/>
                </a:solidFill>
                <a:latin typeface="Times New Roman"/>
                <a:cs typeface="Times New Roman"/>
              </a:rPr>
              <a:t>TECHNOLOGICAL</a:t>
            </a:r>
            <a:r>
              <a:rPr dirty="0" sz="1800" spc="-114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UNIVERSITY,</a:t>
            </a:r>
            <a:r>
              <a:rPr dirty="0" sz="1800" spc="-8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87C"/>
                </a:solidFill>
                <a:latin typeface="Times New Roman"/>
                <a:cs typeface="Times New Roman"/>
              </a:rPr>
              <a:t>BELAGAVI)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81355" y="492379"/>
            <a:ext cx="11627485" cy="17602200"/>
            <a:chOff x="281355" y="492379"/>
            <a:chExt cx="11627485" cy="176022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355" y="492379"/>
              <a:ext cx="1905000" cy="1905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2863" y="492379"/>
              <a:ext cx="1905000" cy="1905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5103876"/>
              <a:ext cx="11576304" cy="268376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79831" y="5128768"/>
              <a:ext cx="11485245" cy="2592705"/>
            </a:xfrm>
            <a:custGeom>
              <a:avLst/>
              <a:gdLst/>
              <a:ahLst/>
              <a:cxnLst/>
              <a:rect l="l" t="t" r="r" b="b"/>
              <a:pathLst>
                <a:path w="11485245" h="2592704">
                  <a:moveTo>
                    <a:pt x="11053089" y="0"/>
                  </a:moveTo>
                  <a:lnTo>
                    <a:pt x="432066" y="0"/>
                  </a:lnTo>
                  <a:lnTo>
                    <a:pt x="384986" y="2535"/>
                  </a:lnTo>
                  <a:lnTo>
                    <a:pt x="339375" y="9964"/>
                  </a:lnTo>
                  <a:lnTo>
                    <a:pt x="295496" y="22024"/>
                  </a:lnTo>
                  <a:lnTo>
                    <a:pt x="253613" y="38452"/>
                  </a:lnTo>
                  <a:lnTo>
                    <a:pt x="213990" y="58984"/>
                  </a:lnTo>
                  <a:lnTo>
                    <a:pt x="176889" y="83356"/>
                  </a:lnTo>
                  <a:lnTo>
                    <a:pt x="142575" y="111305"/>
                  </a:lnTo>
                  <a:lnTo>
                    <a:pt x="111311" y="142568"/>
                  </a:lnTo>
                  <a:lnTo>
                    <a:pt x="83361" y="176881"/>
                  </a:lnTo>
                  <a:lnTo>
                    <a:pt x="58987" y="213980"/>
                  </a:lnTo>
                  <a:lnTo>
                    <a:pt x="38454" y="253603"/>
                  </a:lnTo>
                  <a:lnTo>
                    <a:pt x="22026" y="295485"/>
                  </a:lnTo>
                  <a:lnTo>
                    <a:pt x="9965" y="339363"/>
                  </a:lnTo>
                  <a:lnTo>
                    <a:pt x="2535" y="384974"/>
                  </a:lnTo>
                  <a:lnTo>
                    <a:pt x="0" y="432053"/>
                  </a:lnTo>
                  <a:lnTo>
                    <a:pt x="0" y="2160269"/>
                  </a:lnTo>
                  <a:lnTo>
                    <a:pt x="2535" y="2207349"/>
                  </a:lnTo>
                  <a:lnTo>
                    <a:pt x="9965" y="2252960"/>
                  </a:lnTo>
                  <a:lnTo>
                    <a:pt x="22026" y="2296838"/>
                  </a:lnTo>
                  <a:lnTo>
                    <a:pt x="38454" y="2338720"/>
                  </a:lnTo>
                  <a:lnTo>
                    <a:pt x="58987" y="2378343"/>
                  </a:lnTo>
                  <a:lnTo>
                    <a:pt x="83361" y="2415442"/>
                  </a:lnTo>
                  <a:lnTo>
                    <a:pt x="111311" y="2449755"/>
                  </a:lnTo>
                  <a:lnTo>
                    <a:pt x="142575" y="2481018"/>
                  </a:lnTo>
                  <a:lnTo>
                    <a:pt x="176889" y="2508967"/>
                  </a:lnTo>
                  <a:lnTo>
                    <a:pt x="213990" y="2533339"/>
                  </a:lnTo>
                  <a:lnTo>
                    <a:pt x="253613" y="2553871"/>
                  </a:lnTo>
                  <a:lnTo>
                    <a:pt x="295496" y="2570299"/>
                  </a:lnTo>
                  <a:lnTo>
                    <a:pt x="339375" y="2582359"/>
                  </a:lnTo>
                  <a:lnTo>
                    <a:pt x="384986" y="2589788"/>
                  </a:lnTo>
                  <a:lnTo>
                    <a:pt x="432066" y="2592324"/>
                  </a:lnTo>
                  <a:lnTo>
                    <a:pt x="11053089" y="2592324"/>
                  </a:lnTo>
                  <a:lnTo>
                    <a:pt x="11100169" y="2589788"/>
                  </a:lnTo>
                  <a:lnTo>
                    <a:pt x="11145779" y="2582359"/>
                  </a:lnTo>
                  <a:lnTo>
                    <a:pt x="11189658" y="2570299"/>
                  </a:lnTo>
                  <a:lnTo>
                    <a:pt x="11231540" y="2553871"/>
                  </a:lnTo>
                  <a:lnTo>
                    <a:pt x="11271162" y="2533339"/>
                  </a:lnTo>
                  <a:lnTo>
                    <a:pt x="11308261" y="2508967"/>
                  </a:lnTo>
                  <a:lnTo>
                    <a:pt x="11342574" y="2481018"/>
                  </a:lnTo>
                  <a:lnTo>
                    <a:pt x="11373837" y="2449755"/>
                  </a:lnTo>
                  <a:lnTo>
                    <a:pt x="11401786" y="2415442"/>
                  </a:lnTo>
                  <a:lnTo>
                    <a:pt x="11426158" y="2378343"/>
                  </a:lnTo>
                  <a:lnTo>
                    <a:pt x="11446690" y="2338720"/>
                  </a:lnTo>
                  <a:lnTo>
                    <a:pt x="11463118" y="2296838"/>
                  </a:lnTo>
                  <a:lnTo>
                    <a:pt x="11475178" y="2252960"/>
                  </a:lnTo>
                  <a:lnTo>
                    <a:pt x="11482608" y="2207349"/>
                  </a:lnTo>
                  <a:lnTo>
                    <a:pt x="11485143" y="2160269"/>
                  </a:lnTo>
                  <a:lnTo>
                    <a:pt x="11485143" y="432053"/>
                  </a:lnTo>
                  <a:lnTo>
                    <a:pt x="11482608" y="384974"/>
                  </a:lnTo>
                  <a:lnTo>
                    <a:pt x="11475178" y="339363"/>
                  </a:lnTo>
                  <a:lnTo>
                    <a:pt x="11463118" y="295485"/>
                  </a:lnTo>
                  <a:lnTo>
                    <a:pt x="11446690" y="253603"/>
                  </a:lnTo>
                  <a:lnTo>
                    <a:pt x="11426158" y="213980"/>
                  </a:lnTo>
                  <a:lnTo>
                    <a:pt x="11401786" y="176881"/>
                  </a:lnTo>
                  <a:lnTo>
                    <a:pt x="11373837" y="142568"/>
                  </a:lnTo>
                  <a:lnTo>
                    <a:pt x="11342574" y="111305"/>
                  </a:lnTo>
                  <a:lnTo>
                    <a:pt x="11308261" y="83356"/>
                  </a:lnTo>
                  <a:lnTo>
                    <a:pt x="11271162" y="58984"/>
                  </a:lnTo>
                  <a:lnTo>
                    <a:pt x="11231540" y="38452"/>
                  </a:lnTo>
                  <a:lnTo>
                    <a:pt x="11189658" y="22024"/>
                  </a:lnTo>
                  <a:lnTo>
                    <a:pt x="11145779" y="9964"/>
                  </a:lnTo>
                  <a:lnTo>
                    <a:pt x="11100169" y="2535"/>
                  </a:lnTo>
                  <a:lnTo>
                    <a:pt x="110530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79831" y="5128768"/>
              <a:ext cx="11485245" cy="2592705"/>
            </a:xfrm>
            <a:custGeom>
              <a:avLst/>
              <a:gdLst/>
              <a:ahLst/>
              <a:cxnLst/>
              <a:rect l="l" t="t" r="r" b="b"/>
              <a:pathLst>
                <a:path w="11485245" h="2592704">
                  <a:moveTo>
                    <a:pt x="0" y="432053"/>
                  </a:moveTo>
                  <a:lnTo>
                    <a:pt x="2535" y="384974"/>
                  </a:lnTo>
                  <a:lnTo>
                    <a:pt x="9965" y="339363"/>
                  </a:lnTo>
                  <a:lnTo>
                    <a:pt x="22026" y="295485"/>
                  </a:lnTo>
                  <a:lnTo>
                    <a:pt x="38454" y="253603"/>
                  </a:lnTo>
                  <a:lnTo>
                    <a:pt x="58987" y="213980"/>
                  </a:lnTo>
                  <a:lnTo>
                    <a:pt x="83361" y="176881"/>
                  </a:lnTo>
                  <a:lnTo>
                    <a:pt x="111311" y="142568"/>
                  </a:lnTo>
                  <a:lnTo>
                    <a:pt x="142575" y="111305"/>
                  </a:lnTo>
                  <a:lnTo>
                    <a:pt x="176889" y="83356"/>
                  </a:lnTo>
                  <a:lnTo>
                    <a:pt x="213990" y="58984"/>
                  </a:lnTo>
                  <a:lnTo>
                    <a:pt x="253613" y="38452"/>
                  </a:lnTo>
                  <a:lnTo>
                    <a:pt x="295496" y="22024"/>
                  </a:lnTo>
                  <a:lnTo>
                    <a:pt x="339375" y="9964"/>
                  </a:lnTo>
                  <a:lnTo>
                    <a:pt x="384986" y="2535"/>
                  </a:lnTo>
                  <a:lnTo>
                    <a:pt x="432066" y="0"/>
                  </a:lnTo>
                  <a:lnTo>
                    <a:pt x="11053089" y="0"/>
                  </a:lnTo>
                  <a:lnTo>
                    <a:pt x="11100169" y="2535"/>
                  </a:lnTo>
                  <a:lnTo>
                    <a:pt x="11145779" y="9964"/>
                  </a:lnTo>
                  <a:lnTo>
                    <a:pt x="11189658" y="22024"/>
                  </a:lnTo>
                  <a:lnTo>
                    <a:pt x="11231540" y="38452"/>
                  </a:lnTo>
                  <a:lnTo>
                    <a:pt x="11271162" y="58984"/>
                  </a:lnTo>
                  <a:lnTo>
                    <a:pt x="11308261" y="83356"/>
                  </a:lnTo>
                  <a:lnTo>
                    <a:pt x="11342574" y="111305"/>
                  </a:lnTo>
                  <a:lnTo>
                    <a:pt x="11373837" y="142568"/>
                  </a:lnTo>
                  <a:lnTo>
                    <a:pt x="11401786" y="176881"/>
                  </a:lnTo>
                  <a:lnTo>
                    <a:pt x="11426158" y="213980"/>
                  </a:lnTo>
                  <a:lnTo>
                    <a:pt x="11446690" y="253603"/>
                  </a:lnTo>
                  <a:lnTo>
                    <a:pt x="11463118" y="295485"/>
                  </a:lnTo>
                  <a:lnTo>
                    <a:pt x="11475178" y="339363"/>
                  </a:lnTo>
                  <a:lnTo>
                    <a:pt x="11482608" y="384974"/>
                  </a:lnTo>
                  <a:lnTo>
                    <a:pt x="11485143" y="432053"/>
                  </a:lnTo>
                  <a:lnTo>
                    <a:pt x="11485143" y="2160269"/>
                  </a:lnTo>
                  <a:lnTo>
                    <a:pt x="11482608" y="2207349"/>
                  </a:lnTo>
                  <a:lnTo>
                    <a:pt x="11475178" y="2252960"/>
                  </a:lnTo>
                  <a:lnTo>
                    <a:pt x="11463118" y="2296838"/>
                  </a:lnTo>
                  <a:lnTo>
                    <a:pt x="11446690" y="2338720"/>
                  </a:lnTo>
                  <a:lnTo>
                    <a:pt x="11426158" y="2378343"/>
                  </a:lnTo>
                  <a:lnTo>
                    <a:pt x="11401786" y="2415442"/>
                  </a:lnTo>
                  <a:lnTo>
                    <a:pt x="11373837" y="2449755"/>
                  </a:lnTo>
                  <a:lnTo>
                    <a:pt x="11342574" y="2481018"/>
                  </a:lnTo>
                  <a:lnTo>
                    <a:pt x="11308261" y="2508967"/>
                  </a:lnTo>
                  <a:lnTo>
                    <a:pt x="11271162" y="2533339"/>
                  </a:lnTo>
                  <a:lnTo>
                    <a:pt x="11231540" y="2553871"/>
                  </a:lnTo>
                  <a:lnTo>
                    <a:pt x="11189658" y="2570299"/>
                  </a:lnTo>
                  <a:lnTo>
                    <a:pt x="11145779" y="2582359"/>
                  </a:lnTo>
                  <a:lnTo>
                    <a:pt x="11100169" y="2589788"/>
                  </a:lnTo>
                  <a:lnTo>
                    <a:pt x="11053089" y="2592324"/>
                  </a:lnTo>
                  <a:lnTo>
                    <a:pt x="432066" y="2592324"/>
                  </a:lnTo>
                  <a:lnTo>
                    <a:pt x="384986" y="2589788"/>
                  </a:lnTo>
                  <a:lnTo>
                    <a:pt x="339375" y="2582359"/>
                  </a:lnTo>
                  <a:lnTo>
                    <a:pt x="295496" y="2570299"/>
                  </a:lnTo>
                  <a:lnTo>
                    <a:pt x="253613" y="2553871"/>
                  </a:lnTo>
                  <a:lnTo>
                    <a:pt x="213990" y="2533339"/>
                  </a:lnTo>
                  <a:lnTo>
                    <a:pt x="176889" y="2508967"/>
                  </a:lnTo>
                  <a:lnTo>
                    <a:pt x="142575" y="2481018"/>
                  </a:lnTo>
                  <a:lnTo>
                    <a:pt x="111311" y="2449755"/>
                  </a:lnTo>
                  <a:lnTo>
                    <a:pt x="83361" y="2415442"/>
                  </a:lnTo>
                  <a:lnTo>
                    <a:pt x="58987" y="2378343"/>
                  </a:lnTo>
                  <a:lnTo>
                    <a:pt x="38454" y="2338720"/>
                  </a:lnTo>
                  <a:lnTo>
                    <a:pt x="22026" y="2296838"/>
                  </a:lnTo>
                  <a:lnTo>
                    <a:pt x="9965" y="2252960"/>
                  </a:lnTo>
                  <a:lnTo>
                    <a:pt x="2535" y="2207349"/>
                  </a:lnTo>
                  <a:lnTo>
                    <a:pt x="0" y="2160269"/>
                  </a:lnTo>
                  <a:lnTo>
                    <a:pt x="0" y="432053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611" y="8020811"/>
              <a:ext cx="5942076" cy="372160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72795" y="8045196"/>
              <a:ext cx="5851525" cy="3630929"/>
            </a:xfrm>
            <a:custGeom>
              <a:avLst/>
              <a:gdLst/>
              <a:ahLst/>
              <a:cxnLst/>
              <a:rect l="l" t="t" r="r" b="b"/>
              <a:pathLst>
                <a:path w="5851525" h="3630929">
                  <a:moveTo>
                    <a:pt x="5246319" y="0"/>
                  </a:moveTo>
                  <a:lnTo>
                    <a:pt x="605155" y="0"/>
                  </a:lnTo>
                  <a:lnTo>
                    <a:pt x="557863" y="1820"/>
                  </a:lnTo>
                  <a:lnTo>
                    <a:pt x="511566" y="7191"/>
                  </a:lnTo>
                  <a:lnTo>
                    <a:pt x="466399" y="15980"/>
                  </a:lnTo>
                  <a:lnTo>
                    <a:pt x="422497" y="28050"/>
                  </a:lnTo>
                  <a:lnTo>
                    <a:pt x="379994" y="43268"/>
                  </a:lnTo>
                  <a:lnTo>
                    <a:pt x="339025" y="61500"/>
                  </a:lnTo>
                  <a:lnTo>
                    <a:pt x="299723" y="82611"/>
                  </a:lnTo>
                  <a:lnTo>
                    <a:pt x="262224" y="106466"/>
                  </a:lnTo>
                  <a:lnTo>
                    <a:pt x="226663" y="132931"/>
                  </a:lnTo>
                  <a:lnTo>
                    <a:pt x="193173" y="161871"/>
                  </a:lnTo>
                  <a:lnTo>
                    <a:pt x="161889" y="193153"/>
                  </a:lnTo>
                  <a:lnTo>
                    <a:pt x="132947" y="226642"/>
                  </a:lnTo>
                  <a:lnTo>
                    <a:pt x="106479" y="262202"/>
                  </a:lnTo>
                  <a:lnTo>
                    <a:pt x="82622" y="299701"/>
                  </a:lnTo>
                  <a:lnTo>
                    <a:pt x="61509" y="339002"/>
                  </a:lnTo>
                  <a:lnTo>
                    <a:pt x="43275" y="379973"/>
                  </a:lnTo>
                  <a:lnTo>
                    <a:pt x="28055" y="422478"/>
                  </a:lnTo>
                  <a:lnTo>
                    <a:pt x="15982" y="466383"/>
                  </a:lnTo>
                  <a:lnTo>
                    <a:pt x="7193" y="511554"/>
                  </a:lnTo>
                  <a:lnTo>
                    <a:pt x="1820" y="557856"/>
                  </a:lnTo>
                  <a:lnTo>
                    <a:pt x="0" y="605154"/>
                  </a:lnTo>
                  <a:lnTo>
                    <a:pt x="0" y="3025775"/>
                  </a:lnTo>
                  <a:lnTo>
                    <a:pt x="1820" y="3073057"/>
                  </a:lnTo>
                  <a:lnTo>
                    <a:pt x="7193" y="3119345"/>
                  </a:lnTo>
                  <a:lnTo>
                    <a:pt x="15982" y="3164506"/>
                  </a:lnTo>
                  <a:lnTo>
                    <a:pt x="28055" y="3208403"/>
                  </a:lnTo>
                  <a:lnTo>
                    <a:pt x="43275" y="3250903"/>
                  </a:lnTo>
                  <a:lnTo>
                    <a:pt x="61509" y="3291871"/>
                  </a:lnTo>
                  <a:lnTo>
                    <a:pt x="82622" y="3331172"/>
                  </a:lnTo>
                  <a:lnTo>
                    <a:pt x="106479" y="3368671"/>
                  </a:lnTo>
                  <a:lnTo>
                    <a:pt x="132947" y="3404234"/>
                  </a:lnTo>
                  <a:lnTo>
                    <a:pt x="161889" y="3437726"/>
                  </a:lnTo>
                  <a:lnTo>
                    <a:pt x="193173" y="3469012"/>
                  </a:lnTo>
                  <a:lnTo>
                    <a:pt x="226663" y="3497958"/>
                  </a:lnTo>
                  <a:lnTo>
                    <a:pt x="262224" y="3524429"/>
                  </a:lnTo>
                  <a:lnTo>
                    <a:pt x="299723" y="3548290"/>
                  </a:lnTo>
                  <a:lnTo>
                    <a:pt x="339025" y="3569407"/>
                  </a:lnTo>
                  <a:lnTo>
                    <a:pt x="379994" y="3587644"/>
                  </a:lnTo>
                  <a:lnTo>
                    <a:pt x="422497" y="3602868"/>
                  </a:lnTo>
                  <a:lnTo>
                    <a:pt x="466399" y="3614943"/>
                  </a:lnTo>
                  <a:lnTo>
                    <a:pt x="511566" y="3623734"/>
                  </a:lnTo>
                  <a:lnTo>
                    <a:pt x="557863" y="3629108"/>
                  </a:lnTo>
                  <a:lnTo>
                    <a:pt x="605155" y="3630929"/>
                  </a:lnTo>
                  <a:lnTo>
                    <a:pt x="5246319" y="3630929"/>
                  </a:lnTo>
                  <a:lnTo>
                    <a:pt x="5293617" y="3629108"/>
                  </a:lnTo>
                  <a:lnTo>
                    <a:pt x="5339919" y="3623734"/>
                  </a:lnTo>
                  <a:lnTo>
                    <a:pt x="5385090" y="3614943"/>
                  </a:lnTo>
                  <a:lnTo>
                    <a:pt x="5428995" y="3602868"/>
                  </a:lnTo>
                  <a:lnTo>
                    <a:pt x="5471500" y="3587644"/>
                  </a:lnTo>
                  <a:lnTo>
                    <a:pt x="5512471" y="3569407"/>
                  </a:lnTo>
                  <a:lnTo>
                    <a:pt x="5551773" y="3548290"/>
                  </a:lnTo>
                  <a:lnTo>
                    <a:pt x="5589271" y="3524429"/>
                  </a:lnTo>
                  <a:lnTo>
                    <a:pt x="5624832" y="3497958"/>
                  </a:lnTo>
                  <a:lnTo>
                    <a:pt x="5658320" y="3469012"/>
                  </a:lnTo>
                  <a:lnTo>
                    <a:pt x="5689602" y="3437726"/>
                  </a:lnTo>
                  <a:lnTo>
                    <a:pt x="5718542" y="3404234"/>
                  </a:lnTo>
                  <a:lnTo>
                    <a:pt x="5745008" y="3368671"/>
                  </a:lnTo>
                  <a:lnTo>
                    <a:pt x="5768863" y="3331172"/>
                  </a:lnTo>
                  <a:lnTo>
                    <a:pt x="5789973" y="3291871"/>
                  </a:lnTo>
                  <a:lnTo>
                    <a:pt x="5808205" y="3250903"/>
                  </a:lnTo>
                  <a:lnTo>
                    <a:pt x="5823423" y="3208403"/>
                  </a:lnTo>
                  <a:lnTo>
                    <a:pt x="5835494" y="3164506"/>
                  </a:lnTo>
                  <a:lnTo>
                    <a:pt x="5844282" y="3119345"/>
                  </a:lnTo>
                  <a:lnTo>
                    <a:pt x="5849653" y="3073057"/>
                  </a:lnTo>
                  <a:lnTo>
                    <a:pt x="5851474" y="3025775"/>
                  </a:lnTo>
                  <a:lnTo>
                    <a:pt x="5851474" y="605154"/>
                  </a:lnTo>
                  <a:lnTo>
                    <a:pt x="5849653" y="557856"/>
                  </a:lnTo>
                  <a:lnTo>
                    <a:pt x="5844282" y="511554"/>
                  </a:lnTo>
                  <a:lnTo>
                    <a:pt x="5835494" y="466383"/>
                  </a:lnTo>
                  <a:lnTo>
                    <a:pt x="5823423" y="422478"/>
                  </a:lnTo>
                  <a:lnTo>
                    <a:pt x="5808205" y="379973"/>
                  </a:lnTo>
                  <a:lnTo>
                    <a:pt x="5789973" y="339002"/>
                  </a:lnTo>
                  <a:lnTo>
                    <a:pt x="5768863" y="299701"/>
                  </a:lnTo>
                  <a:lnTo>
                    <a:pt x="5745008" y="262202"/>
                  </a:lnTo>
                  <a:lnTo>
                    <a:pt x="5718542" y="226642"/>
                  </a:lnTo>
                  <a:lnTo>
                    <a:pt x="5689602" y="193153"/>
                  </a:lnTo>
                  <a:lnTo>
                    <a:pt x="5658320" y="161871"/>
                  </a:lnTo>
                  <a:lnTo>
                    <a:pt x="5624832" y="132931"/>
                  </a:lnTo>
                  <a:lnTo>
                    <a:pt x="5589271" y="106466"/>
                  </a:lnTo>
                  <a:lnTo>
                    <a:pt x="5551773" y="82611"/>
                  </a:lnTo>
                  <a:lnTo>
                    <a:pt x="5512471" y="61500"/>
                  </a:lnTo>
                  <a:lnTo>
                    <a:pt x="5471500" y="43268"/>
                  </a:lnTo>
                  <a:lnTo>
                    <a:pt x="5428995" y="28050"/>
                  </a:lnTo>
                  <a:lnTo>
                    <a:pt x="5385090" y="15980"/>
                  </a:lnTo>
                  <a:lnTo>
                    <a:pt x="5339919" y="7191"/>
                  </a:lnTo>
                  <a:lnTo>
                    <a:pt x="5293617" y="1820"/>
                  </a:lnTo>
                  <a:lnTo>
                    <a:pt x="5246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2795" y="8045196"/>
              <a:ext cx="5851525" cy="3630929"/>
            </a:xfrm>
            <a:custGeom>
              <a:avLst/>
              <a:gdLst/>
              <a:ahLst/>
              <a:cxnLst/>
              <a:rect l="l" t="t" r="r" b="b"/>
              <a:pathLst>
                <a:path w="5851525" h="3630929">
                  <a:moveTo>
                    <a:pt x="0" y="605154"/>
                  </a:moveTo>
                  <a:lnTo>
                    <a:pt x="1820" y="557856"/>
                  </a:lnTo>
                  <a:lnTo>
                    <a:pt x="7193" y="511554"/>
                  </a:lnTo>
                  <a:lnTo>
                    <a:pt x="15982" y="466383"/>
                  </a:lnTo>
                  <a:lnTo>
                    <a:pt x="28055" y="422478"/>
                  </a:lnTo>
                  <a:lnTo>
                    <a:pt x="43275" y="379973"/>
                  </a:lnTo>
                  <a:lnTo>
                    <a:pt x="61509" y="339002"/>
                  </a:lnTo>
                  <a:lnTo>
                    <a:pt x="82622" y="299701"/>
                  </a:lnTo>
                  <a:lnTo>
                    <a:pt x="106479" y="262202"/>
                  </a:lnTo>
                  <a:lnTo>
                    <a:pt x="132947" y="226642"/>
                  </a:lnTo>
                  <a:lnTo>
                    <a:pt x="161889" y="193153"/>
                  </a:lnTo>
                  <a:lnTo>
                    <a:pt x="193173" y="161871"/>
                  </a:lnTo>
                  <a:lnTo>
                    <a:pt x="226663" y="132931"/>
                  </a:lnTo>
                  <a:lnTo>
                    <a:pt x="262224" y="106466"/>
                  </a:lnTo>
                  <a:lnTo>
                    <a:pt x="299723" y="82611"/>
                  </a:lnTo>
                  <a:lnTo>
                    <a:pt x="339025" y="61500"/>
                  </a:lnTo>
                  <a:lnTo>
                    <a:pt x="379994" y="43268"/>
                  </a:lnTo>
                  <a:lnTo>
                    <a:pt x="422497" y="28050"/>
                  </a:lnTo>
                  <a:lnTo>
                    <a:pt x="466399" y="15980"/>
                  </a:lnTo>
                  <a:lnTo>
                    <a:pt x="511566" y="7191"/>
                  </a:lnTo>
                  <a:lnTo>
                    <a:pt x="557863" y="1820"/>
                  </a:lnTo>
                  <a:lnTo>
                    <a:pt x="605155" y="0"/>
                  </a:lnTo>
                  <a:lnTo>
                    <a:pt x="5246319" y="0"/>
                  </a:lnTo>
                  <a:lnTo>
                    <a:pt x="5293617" y="1820"/>
                  </a:lnTo>
                  <a:lnTo>
                    <a:pt x="5339919" y="7191"/>
                  </a:lnTo>
                  <a:lnTo>
                    <a:pt x="5385090" y="15980"/>
                  </a:lnTo>
                  <a:lnTo>
                    <a:pt x="5428995" y="28050"/>
                  </a:lnTo>
                  <a:lnTo>
                    <a:pt x="5471500" y="43268"/>
                  </a:lnTo>
                  <a:lnTo>
                    <a:pt x="5512471" y="61500"/>
                  </a:lnTo>
                  <a:lnTo>
                    <a:pt x="5551773" y="82611"/>
                  </a:lnTo>
                  <a:lnTo>
                    <a:pt x="5589271" y="106466"/>
                  </a:lnTo>
                  <a:lnTo>
                    <a:pt x="5624832" y="132931"/>
                  </a:lnTo>
                  <a:lnTo>
                    <a:pt x="5658320" y="161871"/>
                  </a:lnTo>
                  <a:lnTo>
                    <a:pt x="5689602" y="193153"/>
                  </a:lnTo>
                  <a:lnTo>
                    <a:pt x="5718542" y="226642"/>
                  </a:lnTo>
                  <a:lnTo>
                    <a:pt x="5745008" y="262202"/>
                  </a:lnTo>
                  <a:lnTo>
                    <a:pt x="5768863" y="299701"/>
                  </a:lnTo>
                  <a:lnTo>
                    <a:pt x="5789973" y="339002"/>
                  </a:lnTo>
                  <a:lnTo>
                    <a:pt x="5808205" y="379973"/>
                  </a:lnTo>
                  <a:lnTo>
                    <a:pt x="5823423" y="422478"/>
                  </a:lnTo>
                  <a:lnTo>
                    <a:pt x="5835494" y="466383"/>
                  </a:lnTo>
                  <a:lnTo>
                    <a:pt x="5844282" y="511554"/>
                  </a:lnTo>
                  <a:lnTo>
                    <a:pt x="5849653" y="557856"/>
                  </a:lnTo>
                  <a:lnTo>
                    <a:pt x="5851474" y="605154"/>
                  </a:lnTo>
                  <a:lnTo>
                    <a:pt x="5851474" y="3025775"/>
                  </a:lnTo>
                  <a:lnTo>
                    <a:pt x="5849653" y="3073057"/>
                  </a:lnTo>
                  <a:lnTo>
                    <a:pt x="5844282" y="3119345"/>
                  </a:lnTo>
                  <a:lnTo>
                    <a:pt x="5835494" y="3164506"/>
                  </a:lnTo>
                  <a:lnTo>
                    <a:pt x="5823423" y="3208403"/>
                  </a:lnTo>
                  <a:lnTo>
                    <a:pt x="5808205" y="3250903"/>
                  </a:lnTo>
                  <a:lnTo>
                    <a:pt x="5789973" y="3291871"/>
                  </a:lnTo>
                  <a:lnTo>
                    <a:pt x="5768863" y="3331172"/>
                  </a:lnTo>
                  <a:lnTo>
                    <a:pt x="5745008" y="3368671"/>
                  </a:lnTo>
                  <a:lnTo>
                    <a:pt x="5718542" y="3404234"/>
                  </a:lnTo>
                  <a:lnTo>
                    <a:pt x="5689602" y="3437726"/>
                  </a:lnTo>
                  <a:lnTo>
                    <a:pt x="5658320" y="3469012"/>
                  </a:lnTo>
                  <a:lnTo>
                    <a:pt x="5624832" y="3497958"/>
                  </a:lnTo>
                  <a:lnTo>
                    <a:pt x="5589271" y="3524429"/>
                  </a:lnTo>
                  <a:lnTo>
                    <a:pt x="5551773" y="3548290"/>
                  </a:lnTo>
                  <a:lnTo>
                    <a:pt x="5512471" y="3569407"/>
                  </a:lnTo>
                  <a:lnTo>
                    <a:pt x="5471500" y="3587644"/>
                  </a:lnTo>
                  <a:lnTo>
                    <a:pt x="5428995" y="3602868"/>
                  </a:lnTo>
                  <a:lnTo>
                    <a:pt x="5385090" y="3614943"/>
                  </a:lnTo>
                  <a:lnTo>
                    <a:pt x="5339919" y="3623734"/>
                  </a:lnTo>
                  <a:lnTo>
                    <a:pt x="5293617" y="3629108"/>
                  </a:lnTo>
                  <a:lnTo>
                    <a:pt x="5246319" y="3630929"/>
                  </a:lnTo>
                  <a:lnTo>
                    <a:pt x="605155" y="3630929"/>
                  </a:lnTo>
                  <a:lnTo>
                    <a:pt x="557863" y="3629108"/>
                  </a:lnTo>
                  <a:lnTo>
                    <a:pt x="511566" y="3623734"/>
                  </a:lnTo>
                  <a:lnTo>
                    <a:pt x="466399" y="3614943"/>
                  </a:lnTo>
                  <a:lnTo>
                    <a:pt x="422497" y="3602868"/>
                  </a:lnTo>
                  <a:lnTo>
                    <a:pt x="379994" y="3587644"/>
                  </a:lnTo>
                  <a:lnTo>
                    <a:pt x="339025" y="3569407"/>
                  </a:lnTo>
                  <a:lnTo>
                    <a:pt x="299723" y="3548290"/>
                  </a:lnTo>
                  <a:lnTo>
                    <a:pt x="262224" y="3524429"/>
                  </a:lnTo>
                  <a:lnTo>
                    <a:pt x="226663" y="3497958"/>
                  </a:lnTo>
                  <a:lnTo>
                    <a:pt x="193173" y="3469012"/>
                  </a:lnTo>
                  <a:lnTo>
                    <a:pt x="161889" y="3437726"/>
                  </a:lnTo>
                  <a:lnTo>
                    <a:pt x="132947" y="3404234"/>
                  </a:lnTo>
                  <a:lnTo>
                    <a:pt x="106479" y="3368671"/>
                  </a:lnTo>
                  <a:lnTo>
                    <a:pt x="82622" y="3331172"/>
                  </a:lnTo>
                  <a:lnTo>
                    <a:pt x="61509" y="3291871"/>
                  </a:lnTo>
                  <a:lnTo>
                    <a:pt x="43275" y="3250903"/>
                  </a:lnTo>
                  <a:lnTo>
                    <a:pt x="28055" y="3208403"/>
                  </a:lnTo>
                  <a:lnTo>
                    <a:pt x="15982" y="3164506"/>
                  </a:lnTo>
                  <a:lnTo>
                    <a:pt x="7193" y="3119345"/>
                  </a:lnTo>
                  <a:lnTo>
                    <a:pt x="1820" y="3073057"/>
                  </a:lnTo>
                  <a:lnTo>
                    <a:pt x="0" y="3025775"/>
                  </a:lnTo>
                  <a:lnTo>
                    <a:pt x="0" y="605154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600" y="8020811"/>
              <a:ext cx="5576315" cy="372160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371463" y="8045196"/>
              <a:ext cx="5486400" cy="3630929"/>
            </a:xfrm>
            <a:custGeom>
              <a:avLst/>
              <a:gdLst/>
              <a:ahLst/>
              <a:cxnLst/>
              <a:rect l="l" t="t" r="r" b="b"/>
              <a:pathLst>
                <a:path w="5486400" h="3630929">
                  <a:moveTo>
                    <a:pt x="4881245" y="0"/>
                  </a:moveTo>
                  <a:lnTo>
                    <a:pt x="605155" y="0"/>
                  </a:lnTo>
                  <a:lnTo>
                    <a:pt x="557872" y="1820"/>
                  </a:lnTo>
                  <a:lnTo>
                    <a:pt x="511584" y="7191"/>
                  </a:lnTo>
                  <a:lnTo>
                    <a:pt x="466423" y="15980"/>
                  </a:lnTo>
                  <a:lnTo>
                    <a:pt x="422526" y="28050"/>
                  </a:lnTo>
                  <a:lnTo>
                    <a:pt x="380026" y="43268"/>
                  </a:lnTo>
                  <a:lnTo>
                    <a:pt x="339058" y="61500"/>
                  </a:lnTo>
                  <a:lnTo>
                    <a:pt x="299757" y="82611"/>
                  </a:lnTo>
                  <a:lnTo>
                    <a:pt x="262258" y="106466"/>
                  </a:lnTo>
                  <a:lnTo>
                    <a:pt x="226695" y="132931"/>
                  </a:lnTo>
                  <a:lnTo>
                    <a:pt x="193203" y="161871"/>
                  </a:lnTo>
                  <a:lnTo>
                    <a:pt x="161917" y="193153"/>
                  </a:lnTo>
                  <a:lnTo>
                    <a:pt x="132971" y="226642"/>
                  </a:lnTo>
                  <a:lnTo>
                    <a:pt x="106500" y="262202"/>
                  </a:lnTo>
                  <a:lnTo>
                    <a:pt x="82639" y="299701"/>
                  </a:lnTo>
                  <a:lnTo>
                    <a:pt x="61522" y="339002"/>
                  </a:lnTo>
                  <a:lnTo>
                    <a:pt x="43285" y="379973"/>
                  </a:lnTo>
                  <a:lnTo>
                    <a:pt x="28061" y="422478"/>
                  </a:lnTo>
                  <a:lnTo>
                    <a:pt x="15986" y="466383"/>
                  </a:lnTo>
                  <a:lnTo>
                    <a:pt x="7195" y="511554"/>
                  </a:lnTo>
                  <a:lnTo>
                    <a:pt x="1821" y="557856"/>
                  </a:lnTo>
                  <a:lnTo>
                    <a:pt x="0" y="605154"/>
                  </a:lnTo>
                  <a:lnTo>
                    <a:pt x="0" y="3025775"/>
                  </a:lnTo>
                  <a:lnTo>
                    <a:pt x="1821" y="3073057"/>
                  </a:lnTo>
                  <a:lnTo>
                    <a:pt x="7195" y="3119345"/>
                  </a:lnTo>
                  <a:lnTo>
                    <a:pt x="15986" y="3164506"/>
                  </a:lnTo>
                  <a:lnTo>
                    <a:pt x="28061" y="3208403"/>
                  </a:lnTo>
                  <a:lnTo>
                    <a:pt x="43285" y="3250903"/>
                  </a:lnTo>
                  <a:lnTo>
                    <a:pt x="61522" y="3291871"/>
                  </a:lnTo>
                  <a:lnTo>
                    <a:pt x="82639" y="3331172"/>
                  </a:lnTo>
                  <a:lnTo>
                    <a:pt x="106500" y="3368671"/>
                  </a:lnTo>
                  <a:lnTo>
                    <a:pt x="132971" y="3404234"/>
                  </a:lnTo>
                  <a:lnTo>
                    <a:pt x="161917" y="3437726"/>
                  </a:lnTo>
                  <a:lnTo>
                    <a:pt x="193203" y="3469012"/>
                  </a:lnTo>
                  <a:lnTo>
                    <a:pt x="226695" y="3497958"/>
                  </a:lnTo>
                  <a:lnTo>
                    <a:pt x="262258" y="3524429"/>
                  </a:lnTo>
                  <a:lnTo>
                    <a:pt x="299757" y="3548290"/>
                  </a:lnTo>
                  <a:lnTo>
                    <a:pt x="339058" y="3569407"/>
                  </a:lnTo>
                  <a:lnTo>
                    <a:pt x="380026" y="3587644"/>
                  </a:lnTo>
                  <a:lnTo>
                    <a:pt x="422526" y="3602868"/>
                  </a:lnTo>
                  <a:lnTo>
                    <a:pt x="466423" y="3614943"/>
                  </a:lnTo>
                  <a:lnTo>
                    <a:pt x="511584" y="3623734"/>
                  </a:lnTo>
                  <a:lnTo>
                    <a:pt x="557872" y="3629108"/>
                  </a:lnTo>
                  <a:lnTo>
                    <a:pt x="605155" y="3630929"/>
                  </a:lnTo>
                  <a:lnTo>
                    <a:pt x="4881245" y="3630929"/>
                  </a:lnTo>
                  <a:lnTo>
                    <a:pt x="4928543" y="3629108"/>
                  </a:lnTo>
                  <a:lnTo>
                    <a:pt x="4974845" y="3623734"/>
                  </a:lnTo>
                  <a:lnTo>
                    <a:pt x="5020016" y="3614943"/>
                  </a:lnTo>
                  <a:lnTo>
                    <a:pt x="5063921" y="3602868"/>
                  </a:lnTo>
                  <a:lnTo>
                    <a:pt x="5106426" y="3587644"/>
                  </a:lnTo>
                  <a:lnTo>
                    <a:pt x="5147397" y="3569407"/>
                  </a:lnTo>
                  <a:lnTo>
                    <a:pt x="5186698" y="3548290"/>
                  </a:lnTo>
                  <a:lnTo>
                    <a:pt x="5224197" y="3524429"/>
                  </a:lnTo>
                  <a:lnTo>
                    <a:pt x="5259757" y="3497958"/>
                  </a:lnTo>
                  <a:lnTo>
                    <a:pt x="5293246" y="3469012"/>
                  </a:lnTo>
                  <a:lnTo>
                    <a:pt x="5324528" y="3437726"/>
                  </a:lnTo>
                  <a:lnTo>
                    <a:pt x="5353468" y="3404234"/>
                  </a:lnTo>
                  <a:lnTo>
                    <a:pt x="5379933" y="3368671"/>
                  </a:lnTo>
                  <a:lnTo>
                    <a:pt x="5403788" y="3331172"/>
                  </a:lnTo>
                  <a:lnTo>
                    <a:pt x="5424899" y="3291871"/>
                  </a:lnTo>
                  <a:lnTo>
                    <a:pt x="5443131" y="3250903"/>
                  </a:lnTo>
                  <a:lnTo>
                    <a:pt x="5458349" y="3208403"/>
                  </a:lnTo>
                  <a:lnTo>
                    <a:pt x="5470419" y="3164506"/>
                  </a:lnTo>
                  <a:lnTo>
                    <a:pt x="5479208" y="3119345"/>
                  </a:lnTo>
                  <a:lnTo>
                    <a:pt x="5484579" y="3073057"/>
                  </a:lnTo>
                  <a:lnTo>
                    <a:pt x="5486400" y="3025775"/>
                  </a:lnTo>
                  <a:lnTo>
                    <a:pt x="5486400" y="605154"/>
                  </a:lnTo>
                  <a:lnTo>
                    <a:pt x="5484579" y="557856"/>
                  </a:lnTo>
                  <a:lnTo>
                    <a:pt x="5479208" y="511554"/>
                  </a:lnTo>
                  <a:lnTo>
                    <a:pt x="5470419" y="466383"/>
                  </a:lnTo>
                  <a:lnTo>
                    <a:pt x="5458349" y="422478"/>
                  </a:lnTo>
                  <a:lnTo>
                    <a:pt x="5443131" y="379973"/>
                  </a:lnTo>
                  <a:lnTo>
                    <a:pt x="5424899" y="339002"/>
                  </a:lnTo>
                  <a:lnTo>
                    <a:pt x="5403788" y="299701"/>
                  </a:lnTo>
                  <a:lnTo>
                    <a:pt x="5379933" y="262202"/>
                  </a:lnTo>
                  <a:lnTo>
                    <a:pt x="5353468" y="226642"/>
                  </a:lnTo>
                  <a:lnTo>
                    <a:pt x="5324528" y="193153"/>
                  </a:lnTo>
                  <a:lnTo>
                    <a:pt x="5293246" y="161871"/>
                  </a:lnTo>
                  <a:lnTo>
                    <a:pt x="5259757" y="132931"/>
                  </a:lnTo>
                  <a:lnTo>
                    <a:pt x="5224197" y="106466"/>
                  </a:lnTo>
                  <a:lnTo>
                    <a:pt x="5186698" y="82611"/>
                  </a:lnTo>
                  <a:lnTo>
                    <a:pt x="5147397" y="61500"/>
                  </a:lnTo>
                  <a:lnTo>
                    <a:pt x="5106426" y="43268"/>
                  </a:lnTo>
                  <a:lnTo>
                    <a:pt x="5063921" y="28050"/>
                  </a:lnTo>
                  <a:lnTo>
                    <a:pt x="5020016" y="15980"/>
                  </a:lnTo>
                  <a:lnTo>
                    <a:pt x="4974845" y="7191"/>
                  </a:lnTo>
                  <a:lnTo>
                    <a:pt x="4928543" y="1820"/>
                  </a:lnTo>
                  <a:lnTo>
                    <a:pt x="4881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371463" y="8045196"/>
              <a:ext cx="5486400" cy="3630929"/>
            </a:xfrm>
            <a:custGeom>
              <a:avLst/>
              <a:gdLst/>
              <a:ahLst/>
              <a:cxnLst/>
              <a:rect l="l" t="t" r="r" b="b"/>
              <a:pathLst>
                <a:path w="5486400" h="3630929">
                  <a:moveTo>
                    <a:pt x="0" y="605154"/>
                  </a:moveTo>
                  <a:lnTo>
                    <a:pt x="1821" y="557856"/>
                  </a:lnTo>
                  <a:lnTo>
                    <a:pt x="7195" y="511554"/>
                  </a:lnTo>
                  <a:lnTo>
                    <a:pt x="15986" y="466383"/>
                  </a:lnTo>
                  <a:lnTo>
                    <a:pt x="28061" y="422478"/>
                  </a:lnTo>
                  <a:lnTo>
                    <a:pt x="43285" y="379973"/>
                  </a:lnTo>
                  <a:lnTo>
                    <a:pt x="61522" y="339002"/>
                  </a:lnTo>
                  <a:lnTo>
                    <a:pt x="82639" y="299701"/>
                  </a:lnTo>
                  <a:lnTo>
                    <a:pt x="106500" y="262202"/>
                  </a:lnTo>
                  <a:lnTo>
                    <a:pt x="132971" y="226642"/>
                  </a:lnTo>
                  <a:lnTo>
                    <a:pt x="161917" y="193153"/>
                  </a:lnTo>
                  <a:lnTo>
                    <a:pt x="193203" y="161871"/>
                  </a:lnTo>
                  <a:lnTo>
                    <a:pt x="226695" y="132931"/>
                  </a:lnTo>
                  <a:lnTo>
                    <a:pt x="262258" y="106466"/>
                  </a:lnTo>
                  <a:lnTo>
                    <a:pt x="299757" y="82611"/>
                  </a:lnTo>
                  <a:lnTo>
                    <a:pt x="339058" y="61500"/>
                  </a:lnTo>
                  <a:lnTo>
                    <a:pt x="380026" y="43268"/>
                  </a:lnTo>
                  <a:lnTo>
                    <a:pt x="422526" y="28050"/>
                  </a:lnTo>
                  <a:lnTo>
                    <a:pt x="466423" y="15980"/>
                  </a:lnTo>
                  <a:lnTo>
                    <a:pt x="511584" y="7191"/>
                  </a:lnTo>
                  <a:lnTo>
                    <a:pt x="557872" y="1820"/>
                  </a:lnTo>
                  <a:lnTo>
                    <a:pt x="605155" y="0"/>
                  </a:lnTo>
                  <a:lnTo>
                    <a:pt x="4881245" y="0"/>
                  </a:lnTo>
                  <a:lnTo>
                    <a:pt x="4928543" y="1820"/>
                  </a:lnTo>
                  <a:lnTo>
                    <a:pt x="4974845" y="7191"/>
                  </a:lnTo>
                  <a:lnTo>
                    <a:pt x="5020016" y="15980"/>
                  </a:lnTo>
                  <a:lnTo>
                    <a:pt x="5063921" y="28050"/>
                  </a:lnTo>
                  <a:lnTo>
                    <a:pt x="5106426" y="43268"/>
                  </a:lnTo>
                  <a:lnTo>
                    <a:pt x="5147397" y="61500"/>
                  </a:lnTo>
                  <a:lnTo>
                    <a:pt x="5186698" y="82611"/>
                  </a:lnTo>
                  <a:lnTo>
                    <a:pt x="5224197" y="106466"/>
                  </a:lnTo>
                  <a:lnTo>
                    <a:pt x="5259757" y="132931"/>
                  </a:lnTo>
                  <a:lnTo>
                    <a:pt x="5293246" y="161871"/>
                  </a:lnTo>
                  <a:lnTo>
                    <a:pt x="5324528" y="193153"/>
                  </a:lnTo>
                  <a:lnTo>
                    <a:pt x="5353468" y="226642"/>
                  </a:lnTo>
                  <a:lnTo>
                    <a:pt x="5379933" y="262202"/>
                  </a:lnTo>
                  <a:lnTo>
                    <a:pt x="5403788" y="299701"/>
                  </a:lnTo>
                  <a:lnTo>
                    <a:pt x="5424899" y="339002"/>
                  </a:lnTo>
                  <a:lnTo>
                    <a:pt x="5443131" y="379973"/>
                  </a:lnTo>
                  <a:lnTo>
                    <a:pt x="5458349" y="422478"/>
                  </a:lnTo>
                  <a:lnTo>
                    <a:pt x="5470419" y="466383"/>
                  </a:lnTo>
                  <a:lnTo>
                    <a:pt x="5479208" y="511554"/>
                  </a:lnTo>
                  <a:lnTo>
                    <a:pt x="5484579" y="557856"/>
                  </a:lnTo>
                  <a:lnTo>
                    <a:pt x="5486400" y="605154"/>
                  </a:lnTo>
                  <a:lnTo>
                    <a:pt x="5486400" y="3025775"/>
                  </a:lnTo>
                  <a:lnTo>
                    <a:pt x="5484579" y="3073057"/>
                  </a:lnTo>
                  <a:lnTo>
                    <a:pt x="5479208" y="3119345"/>
                  </a:lnTo>
                  <a:lnTo>
                    <a:pt x="5470419" y="3164506"/>
                  </a:lnTo>
                  <a:lnTo>
                    <a:pt x="5458349" y="3208403"/>
                  </a:lnTo>
                  <a:lnTo>
                    <a:pt x="5443131" y="3250903"/>
                  </a:lnTo>
                  <a:lnTo>
                    <a:pt x="5424899" y="3291871"/>
                  </a:lnTo>
                  <a:lnTo>
                    <a:pt x="5403788" y="3331172"/>
                  </a:lnTo>
                  <a:lnTo>
                    <a:pt x="5379933" y="3368671"/>
                  </a:lnTo>
                  <a:lnTo>
                    <a:pt x="5353468" y="3404234"/>
                  </a:lnTo>
                  <a:lnTo>
                    <a:pt x="5324528" y="3437726"/>
                  </a:lnTo>
                  <a:lnTo>
                    <a:pt x="5293246" y="3469012"/>
                  </a:lnTo>
                  <a:lnTo>
                    <a:pt x="5259757" y="3497958"/>
                  </a:lnTo>
                  <a:lnTo>
                    <a:pt x="5224197" y="3524429"/>
                  </a:lnTo>
                  <a:lnTo>
                    <a:pt x="5186698" y="3548290"/>
                  </a:lnTo>
                  <a:lnTo>
                    <a:pt x="5147397" y="3569407"/>
                  </a:lnTo>
                  <a:lnTo>
                    <a:pt x="5106426" y="3587644"/>
                  </a:lnTo>
                  <a:lnTo>
                    <a:pt x="5063921" y="3602868"/>
                  </a:lnTo>
                  <a:lnTo>
                    <a:pt x="5020016" y="3614943"/>
                  </a:lnTo>
                  <a:lnTo>
                    <a:pt x="4974845" y="3623734"/>
                  </a:lnTo>
                  <a:lnTo>
                    <a:pt x="4928543" y="3629108"/>
                  </a:lnTo>
                  <a:lnTo>
                    <a:pt x="4881245" y="3630929"/>
                  </a:lnTo>
                  <a:lnTo>
                    <a:pt x="605155" y="3630929"/>
                  </a:lnTo>
                  <a:lnTo>
                    <a:pt x="557872" y="3629108"/>
                  </a:lnTo>
                  <a:lnTo>
                    <a:pt x="511584" y="3623734"/>
                  </a:lnTo>
                  <a:lnTo>
                    <a:pt x="466423" y="3614943"/>
                  </a:lnTo>
                  <a:lnTo>
                    <a:pt x="422526" y="3602868"/>
                  </a:lnTo>
                  <a:lnTo>
                    <a:pt x="380026" y="3587644"/>
                  </a:lnTo>
                  <a:lnTo>
                    <a:pt x="339058" y="3569407"/>
                  </a:lnTo>
                  <a:lnTo>
                    <a:pt x="299757" y="3548290"/>
                  </a:lnTo>
                  <a:lnTo>
                    <a:pt x="262258" y="3524429"/>
                  </a:lnTo>
                  <a:lnTo>
                    <a:pt x="226695" y="3497958"/>
                  </a:lnTo>
                  <a:lnTo>
                    <a:pt x="193203" y="3469012"/>
                  </a:lnTo>
                  <a:lnTo>
                    <a:pt x="161917" y="3437726"/>
                  </a:lnTo>
                  <a:lnTo>
                    <a:pt x="132971" y="3404234"/>
                  </a:lnTo>
                  <a:lnTo>
                    <a:pt x="106500" y="3368671"/>
                  </a:lnTo>
                  <a:lnTo>
                    <a:pt x="82639" y="3331172"/>
                  </a:lnTo>
                  <a:lnTo>
                    <a:pt x="61522" y="3291871"/>
                  </a:lnTo>
                  <a:lnTo>
                    <a:pt x="43285" y="3250903"/>
                  </a:lnTo>
                  <a:lnTo>
                    <a:pt x="28061" y="3208403"/>
                  </a:lnTo>
                  <a:lnTo>
                    <a:pt x="15986" y="3164506"/>
                  </a:lnTo>
                  <a:lnTo>
                    <a:pt x="7195" y="3119345"/>
                  </a:lnTo>
                  <a:lnTo>
                    <a:pt x="1821" y="3073057"/>
                  </a:lnTo>
                  <a:lnTo>
                    <a:pt x="0" y="3025775"/>
                  </a:lnTo>
                  <a:lnTo>
                    <a:pt x="0" y="605154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611" y="12060935"/>
              <a:ext cx="11582400" cy="297180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72795" y="12085828"/>
              <a:ext cx="11492230" cy="2881630"/>
            </a:xfrm>
            <a:custGeom>
              <a:avLst/>
              <a:gdLst/>
              <a:ahLst/>
              <a:cxnLst/>
              <a:rect l="l" t="t" r="r" b="b"/>
              <a:pathLst>
                <a:path w="11492230" h="2881630">
                  <a:moveTo>
                    <a:pt x="11011865" y="0"/>
                  </a:moveTo>
                  <a:lnTo>
                    <a:pt x="480250" y="0"/>
                  </a:lnTo>
                  <a:lnTo>
                    <a:pt x="431146" y="2479"/>
                  </a:lnTo>
                  <a:lnTo>
                    <a:pt x="383461" y="9756"/>
                  </a:lnTo>
                  <a:lnTo>
                    <a:pt x="337437" y="21591"/>
                  </a:lnTo>
                  <a:lnTo>
                    <a:pt x="293313" y="37740"/>
                  </a:lnTo>
                  <a:lnTo>
                    <a:pt x="251332" y="57964"/>
                  </a:lnTo>
                  <a:lnTo>
                    <a:pt x="211735" y="82021"/>
                  </a:lnTo>
                  <a:lnTo>
                    <a:pt x="174764" y="109669"/>
                  </a:lnTo>
                  <a:lnTo>
                    <a:pt x="140660" y="140668"/>
                  </a:lnTo>
                  <a:lnTo>
                    <a:pt x="109664" y="174776"/>
                  </a:lnTo>
                  <a:lnTo>
                    <a:pt x="82018" y="211751"/>
                  </a:lnTo>
                  <a:lnTo>
                    <a:pt x="57962" y="251353"/>
                  </a:lnTo>
                  <a:lnTo>
                    <a:pt x="37739" y="293340"/>
                  </a:lnTo>
                  <a:lnTo>
                    <a:pt x="21590" y="337471"/>
                  </a:lnTo>
                  <a:lnTo>
                    <a:pt x="9756" y="383504"/>
                  </a:lnTo>
                  <a:lnTo>
                    <a:pt x="2479" y="431199"/>
                  </a:lnTo>
                  <a:lnTo>
                    <a:pt x="0" y="480313"/>
                  </a:lnTo>
                  <a:lnTo>
                    <a:pt x="0" y="2401316"/>
                  </a:lnTo>
                  <a:lnTo>
                    <a:pt x="2479" y="2450408"/>
                  </a:lnTo>
                  <a:lnTo>
                    <a:pt x="9756" y="2498083"/>
                  </a:lnTo>
                  <a:lnTo>
                    <a:pt x="21590" y="2544100"/>
                  </a:lnTo>
                  <a:lnTo>
                    <a:pt x="37739" y="2588216"/>
                  </a:lnTo>
                  <a:lnTo>
                    <a:pt x="57962" y="2630191"/>
                  </a:lnTo>
                  <a:lnTo>
                    <a:pt x="82018" y="2669782"/>
                  </a:lnTo>
                  <a:lnTo>
                    <a:pt x="109664" y="2706749"/>
                  </a:lnTo>
                  <a:lnTo>
                    <a:pt x="140660" y="2740850"/>
                  </a:lnTo>
                  <a:lnTo>
                    <a:pt x="174764" y="2771843"/>
                  </a:lnTo>
                  <a:lnTo>
                    <a:pt x="211735" y="2799488"/>
                  </a:lnTo>
                  <a:lnTo>
                    <a:pt x="251332" y="2823542"/>
                  </a:lnTo>
                  <a:lnTo>
                    <a:pt x="293313" y="2843764"/>
                  </a:lnTo>
                  <a:lnTo>
                    <a:pt x="337437" y="2859912"/>
                  </a:lnTo>
                  <a:lnTo>
                    <a:pt x="383461" y="2871746"/>
                  </a:lnTo>
                  <a:lnTo>
                    <a:pt x="431146" y="2879023"/>
                  </a:lnTo>
                  <a:lnTo>
                    <a:pt x="480250" y="2881503"/>
                  </a:lnTo>
                  <a:lnTo>
                    <a:pt x="11011865" y="2881503"/>
                  </a:lnTo>
                  <a:lnTo>
                    <a:pt x="11060957" y="2879023"/>
                  </a:lnTo>
                  <a:lnTo>
                    <a:pt x="11108632" y="2871746"/>
                  </a:lnTo>
                  <a:lnTo>
                    <a:pt x="11154649" y="2859912"/>
                  </a:lnTo>
                  <a:lnTo>
                    <a:pt x="11198765" y="2843764"/>
                  </a:lnTo>
                  <a:lnTo>
                    <a:pt x="11240740" y="2823542"/>
                  </a:lnTo>
                  <a:lnTo>
                    <a:pt x="11280331" y="2799488"/>
                  </a:lnTo>
                  <a:lnTo>
                    <a:pt x="11317298" y="2771843"/>
                  </a:lnTo>
                  <a:lnTo>
                    <a:pt x="11351399" y="2740850"/>
                  </a:lnTo>
                  <a:lnTo>
                    <a:pt x="11382393" y="2706749"/>
                  </a:lnTo>
                  <a:lnTo>
                    <a:pt x="11410037" y="2669782"/>
                  </a:lnTo>
                  <a:lnTo>
                    <a:pt x="11434091" y="2630191"/>
                  </a:lnTo>
                  <a:lnTo>
                    <a:pt x="11454313" y="2588216"/>
                  </a:lnTo>
                  <a:lnTo>
                    <a:pt x="11470461" y="2544100"/>
                  </a:lnTo>
                  <a:lnTo>
                    <a:pt x="11482295" y="2498083"/>
                  </a:lnTo>
                  <a:lnTo>
                    <a:pt x="11489572" y="2450408"/>
                  </a:lnTo>
                  <a:lnTo>
                    <a:pt x="11492052" y="2401316"/>
                  </a:lnTo>
                  <a:lnTo>
                    <a:pt x="11492052" y="480313"/>
                  </a:lnTo>
                  <a:lnTo>
                    <a:pt x="11489572" y="431199"/>
                  </a:lnTo>
                  <a:lnTo>
                    <a:pt x="11482295" y="383504"/>
                  </a:lnTo>
                  <a:lnTo>
                    <a:pt x="11470461" y="337471"/>
                  </a:lnTo>
                  <a:lnTo>
                    <a:pt x="11454313" y="293340"/>
                  </a:lnTo>
                  <a:lnTo>
                    <a:pt x="11434091" y="251353"/>
                  </a:lnTo>
                  <a:lnTo>
                    <a:pt x="11410037" y="211751"/>
                  </a:lnTo>
                  <a:lnTo>
                    <a:pt x="11382393" y="174776"/>
                  </a:lnTo>
                  <a:lnTo>
                    <a:pt x="11351399" y="140668"/>
                  </a:lnTo>
                  <a:lnTo>
                    <a:pt x="11317298" y="109669"/>
                  </a:lnTo>
                  <a:lnTo>
                    <a:pt x="11280331" y="82021"/>
                  </a:lnTo>
                  <a:lnTo>
                    <a:pt x="11240740" y="57964"/>
                  </a:lnTo>
                  <a:lnTo>
                    <a:pt x="11198765" y="37740"/>
                  </a:lnTo>
                  <a:lnTo>
                    <a:pt x="11154649" y="21591"/>
                  </a:lnTo>
                  <a:lnTo>
                    <a:pt x="11108632" y="9756"/>
                  </a:lnTo>
                  <a:lnTo>
                    <a:pt x="11060957" y="2479"/>
                  </a:lnTo>
                  <a:lnTo>
                    <a:pt x="11011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2795" y="12085828"/>
              <a:ext cx="11492230" cy="2881630"/>
            </a:xfrm>
            <a:custGeom>
              <a:avLst/>
              <a:gdLst/>
              <a:ahLst/>
              <a:cxnLst/>
              <a:rect l="l" t="t" r="r" b="b"/>
              <a:pathLst>
                <a:path w="11492230" h="2881630">
                  <a:moveTo>
                    <a:pt x="0" y="480313"/>
                  </a:moveTo>
                  <a:lnTo>
                    <a:pt x="2479" y="431199"/>
                  </a:lnTo>
                  <a:lnTo>
                    <a:pt x="9756" y="383504"/>
                  </a:lnTo>
                  <a:lnTo>
                    <a:pt x="21590" y="337471"/>
                  </a:lnTo>
                  <a:lnTo>
                    <a:pt x="37739" y="293340"/>
                  </a:lnTo>
                  <a:lnTo>
                    <a:pt x="57962" y="251353"/>
                  </a:lnTo>
                  <a:lnTo>
                    <a:pt x="82018" y="211751"/>
                  </a:lnTo>
                  <a:lnTo>
                    <a:pt x="109664" y="174776"/>
                  </a:lnTo>
                  <a:lnTo>
                    <a:pt x="140660" y="140668"/>
                  </a:lnTo>
                  <a:lnTo>
                    <a:pt x="174764" y="109669"/>
                  </a:lnTo>
                  <a:lnTo>
                    <a:pt x="211735" y="82021"/>
                  </a:lnTo>
                  <a:lnTo>
                    <a:pt x="251332" y="57964"/>
                  </a:lnTo>
                  <a:lnTo>
                    <a:pt x="293313" y="37740"/>
                  </a:lnTo>
                  <a:lnTo>
                    <a:pt x="337437" y="21591"/>
                  </a:lnTo>
                  <a:lnTo>
                    <a:pt x="383461" y="9756"/>
                  </a:lnTo>
                  <a:lnTo>
                    <a:pt x="431146" y="2479"/>
                  </a:lnTo>
                  <a:lnTo>
                    <a:pt x="480250" y="0"/>
                  </a:lnTo>
                  <a:lnTo>
                    <a:pt x="11011865" y="0"/>
                  </a:lnTo>
                  <a:lnTo>
                    <a:pt x="11060957" y="2479"/>
                  </a:lnTo>
                  <a:lnTo>
                    <a:pt x="11108632" y="9756"/>
                  </a:lnTo>
                  <a:lnTo>
                    <a:pt x="11154649" y="21591"/>
                  </a:lnTo>
                  <a:lnTo>
                    <a:pt x="11198765" y="37740"/>
                  </a:lnTo>
                  <a:lnTo>
                    <a:pt x="11240740" y="57964"/>
                  </a:lnTo>
                  <a:lnTo>
                    <a:pt x="11280331" y="82021"/>
                  </a:lnTo>
                  <a:lnTo>
                    <a:pt x="11317298" y="109669"/>
                  </a:lnTo>
                  <a:lnTo>
                    <a:pt x="11351399" y="140668"/>
                  </a:lnTo>
                  <a:lnTo>
                    <a:pt x="11382393" y="174776"/>
                  </a:lnTo>
                  <a:lnTo>
                    <a:pt x="11410037" y="211751"/>
                  </a:lnTo>
                  <a:lnTo>
                    <a:pt x="11434091" y="251353"/>
                  </a:lnTo>
                  <a:lnTo>
                    <a:pt x="11454313" y="293340"/>
                  </a:lnTo>
                  <a:lnTo>
                    <a:pt x="11470461" y="337471"/>
                  </a:lnTo>
                  <a:lnTo>
                    <a:pt x="11482295" y="383504"/>
                  </a:lnTo>
                  <a:lnTo>
                    <a:pt x="11489572" y="431199"/>
                  </a:lnTo>
                  <a:lnTo>
                    <a:pt x="11492052" y="480313"/>
                  </a:lnTo>
                  <a:lnTo>
                    <a:pt x="11492052" y="2401316"/>
                  </a:lnTo>
                  <a:lnTo>
                    <a:pt x="11489572" y="2450408"/>
                  </a:lnTo>
                  <a:lnTo>
                    <a:pt x="11482295" y="2498083"/>
                  </a:lnTo>
                  <a:lnTo>
                    <a:pt x="11470461" y="2544100"/>
                  </a:lnTo>
                  <a:lnTo>
                    <a:pt x="11454313" y="2588216"/>
                  </a:lnTo>
                  <a:lnTo>
                    <a:pt x="11434091" y="2630191"/>
                  </a:lnTo>
                  <a:lnTo>
                    <a:pt x="11410037" y="2669782"/>
                  </a:lnTo>
                  <a:lnTo>
                    <a:pt x="11382393" y="2706749"/>
                  </a:lnTo>
                  <a:lnTo>
                    <a:pt x="11351399" y="2740850"/>
                  </a:lnTo>
                  <a:lnTo>
                    <a:pt x="11317298" y="2771843"/>
                  </a:lnTo>
                  <a:lnTo>
                    <a:pt x="11280331" y="2799488"/>
                  </a:lnTo>
                  <a:lnTo>
                    <a:pt x="11240740" y="2823542"/>
                  </a:lnTo>
                  <a:lnTo>
                    <a:pt x="11198765" y="2843764"/>
                  </a:lnTo>
                  <a:lnTo>
                    <a:pt x="11154649" y="2859912"/>
                  </a:lnTo>
                  <a:lnTo>
                    <a:pt x="11108632" y="2871746"/>
                  </a:lnTo>
                  <a:lnTo>
                    <a:pt x="11060957" y="2879023"/>
                  </a:lnTo>
                  <a:lnTo>
                    <a:pt x="11011865" y="2881503"/>
                  </a:lnTo>
                  <a:lnTo>
                    <a:pt x="480250" y="2881503"/>
                  </a:lnTo>
                  <a:lnTo>
                    <a:pt x="431146" y="2879023"/>
                  </a:lnTo>
                  <a:lnTo>
                    <a:pt x="383461" y="2871746"/>
                  </a:lnTo>
                  <a:lnTo>
                    <a:pt x="337437" y="2859912"/>
                  </a:lnTo>
                  <a:lnTo>
                    <a:pt x="293313" y="2843764"/>
                  </a:lnTo>
                  <a:lnTo>
                    <a:pt x="251332" y="2823542"/>
                  </a:lnTo>
                  <a:lnTo>
                    <a:pt x="211735" y="2799488"/>
                  </a:lnTo>
                  <a:lnTo>
                    <a:pt x="174764" y="2771843"/>
                  </a:lnTo>
                  <a:lnTo>
                    <a:pt x="140660" y="2740850"/>
                  </a:lnTo>
                  <a:lnTo>
                    <a:pt x="109664" y="2706749"/>
                  </a:lnTo>
                  <a:lnTo>
                    <a:pt x="82018" y="2669782"/>
                  </a:lnTo>
                  <a:lnTo>
                    <a:pt x="57962" y="2630191"/>
                  </a:lnTo>
                  <a:lnTo>
                    <a:pt x="37739" y="2588216"/>
                  </a:lnTo>
                  <a:lnTo>
                    <a:pt x="21590" y="2544100"/>
                  </a:lnTo>
                  <a:lnTo>
                    <a:pt x="9756" y="2498083"/>
                  </a:lnTo>
                  <a:lnTo>
                    <a:pt x="2479" y="2450408"/>
                  </a:lnTo>
                  <a:lnTo>
                    <a:pt x="0" y="2401316"/>
                  </a:lnTo>
                  <a:lnTo>
                    <a:pt x="0" y="480313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8515" y="15279611"/>
              <a:ext cx="2284476" cy="281482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65759" y="15303627"/>
              <a:ext cx="2194560" cy="2724785"/>
            </a:xfrm>
            <a:custGeom>
              <a:avLst/>
              <a:gdLst/>
              <a:ahLst/>
              <a:cxnLst/>
              <a:rect l="l" t="t" r="r" b="b"/>
              <a:pathLst>
                <a:path w="2194560" h="2724784">
                  <a:moveTo>
                    <a:pt x="1828800" y="0"/>
                  </a:moveTo>
                  <a:lnTo>
                    <a:pt x="365760" y="0"/>
                  </a:lnTo>
                  <a:lnTo>
                    <a:pt x="319879" y="2848"/>
                  </a:lnTo>
                  <a:lnTo>
                    <a:pt x="275699" y="11167"/>
                  </a:lnTo>
                  <a:lnTo>
                    <a:pt x="233563" y="24613"/>
                  </a:lnTo>
                  <a:lnTo>
                    <a:pt x="193813" y="42844"/>
                  </a:lnTo>
                  <a:lnTo>
                    <a:pt x="156792" y="65517"/>
                  </a:lnTo>
                  <a:lnTo>
                    <a:pt x="122843" y="92291"/>
                  </a:lnTo>
                  <a:lnTo>
                    <a:pt x="92308" y="122822"/>
                  </a:lnTo>
                  <a:lnTo>
                    <a:pt x="65531" y="156770"/>
                  </a:lnTo>
                  <a:lnTo>
                    <a:pt x="42854" y="193790"/>
                  </a:lnTo>
                  <a:lnTo>
                    <a:pt x="24619" y="233542"/>
                  </a:lnTo>
                  <a:lnTo>
                    <a:pt x="11170" y="275682"/>
                  </a:lnTo>
                  <a:lnTo>
                    <a:pt x="2849" y="319869"/>
                  </a:lnTo>
                  <a:lnTo>
                    <a:pt x="0" y="365760"/>
                  </a:lnTo>
                  <a:lnTo>
                    <a:pt x="0" y="2358796"/>
                  </a:lnTo>
                  <a:lnTo>
                    <a:pt x="2849" y="2404677"/>
                  </a:lnTo>
                  <a:lnTo>
                    <a:pt x="11170" y="2448856"/>
                  </a:lnTo>
                  <a:lnTo>
                    <a:pt x="24619" y="2490993"/>
                  </a:lnTo>
                  <a:lnTo>
                    <a:pt x="42854" y="2530743"/>
                  </a:lnTo>
                  <a:lnTo>
                    <a:pt x="65531" y="2567764"/>
                  </a:lnTo>
                  <a:lnTo>
                    <a:pt x="92308" y="2601713"/>
                  </a:lnTo>
                  <a:lnTo>
                    <a:pt x="122843" y="2632247"/>
                  </a:lnTo>
                  <a:lnTo>
                    <a:pt x="156792" y="2659025"/>
                  </a:lnTo>
                  <a:lnTo>
                    <a:pt x="193813" y="2681702"/>
                  </a:lnTo>
                  <a:lnTo>
                    <a:pt x="233563" y="2699936"/>
                  </a:lnTo>
                  <a:lnTo>
                    <a:pt x="275699" y="2713385"/>
                  </a:lnTo>
                  <a:lnTo>
                    <a:pt x="319879" y="2721706"/>
                  </a:lnTo>
                  <a:lnTo>
                    <a:pt x="365760" y="2724556"/>
                  </a:lnTo>
                  <a:lnTo>
                    <a:pt x="1828800" y="2724556"/>
                  </a:lnTo>
                  <a:lnTo>
                    <a:pt x="1874665" y="2721706"/>
                  </a:lnTo>
                  <a:lnTo>
                    <a:pt x="1918835" y="2713385"/>
                  </a:lnTo>
                  <a:lnTo>
                    <a:pt x="1960965" y="2699936"/>
                  </a:lnTo>
                  <a:lnTo>
                    <a:pt x="2000713" y="2681702"/>
                  </a:lnTo>
                  <a:lnTo>
                    <a:pt x="2037734" y="2659025"/>
                  </a:lnTo>
                  <a:lnTo>
                    <a:pt x="2071686" y="2632247"/>
                  </a:lnTo>
                  <a:lnTo>
                    <a:pt x="2102225" y="2601713"/>
                  </a:lnTo>
                  <a:lnTo>
                    <a:pt x="2129007" y="2567764"/>
                  </a:lnTo>
                  <a:lnTo>
                    <a:pt x="2151690" y="2530743"/>
                  </a:lnTo>
                  <a:lnTo>
                    <a:pt x="2169931" y="2490993"/>
                  </a:lnTo>
                  <a:lnTo>
                    <a:pt x="2183384" y="2448856"/>
                  </a:lnTo>
                  <a:lnTo>
                    <a:pt x="2191709" y="2404677"/>
                  </a:lnTo>
                  <a:lnTo>
                    <a:pt x="2194560" y="2358796"/>
                  </a:lnTo>
                  <a:lnTo>
                    <a:pt x="2194560" y="365760"/>
                  </a:lnTo>
                  <a:lnTo>
                    <a:pt x="2191709" y="319869"/>
                  </a:lnTo>
                  <a:lnTo>
                    <a:pt x="2183384" y="275682"/>
                  </a:lnTo>
                  <a:lnTo>
                    <a:pt x="2169931" y="233542"/>
                  </a:lnTo>
                  <a:lnTo>
                    <a:pt x="2151690" y="193790"/>
                  </a:lnTo>
                  <a:lnTo>
                    <a:pt x="2129007" y="156770"/>
                  </a:lnTo>
                  <a:lnTo>
                    <a:pt x="2102225" y="122822"/>
                  </a:lnTo>
                  <a:lnTo>
                    <a:pt x="2071686" y="92291"/>
                  </a:lnTo>
                  <a:lnTo>
                    <a:pt x="2037734" y="65517"/>
                  </a:lnTo>
                  <a:lnTo>
                    <a:pt x="2000713" y="42844"/>
                  </a:lnTo>
                  <a:lnTo>
                    <a:pt x="1960965" y="24613"/>
                  </a:lnTo>
                  <a:lnTo>
                    <a:pt x="1918835" y="11167"/>
                  </a:lnTo>
                  <a:lnTo>
                    <a:pt x="1874665" y="2848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5759" y="15303627"/>
              <a:ext cx="2194560" cy="2724785"/>
            </a:xfrm>
            <a:custGeom>
              <a:avLst/>
              <a:gdLst/>
              <a:ahLst/>
              <a:cxnLst/>
              <a:rect l="l" t="t" r="r" b="b"/>
              <a:pathLst>
                <a:path w="2194560" h="2724784">
                  <a:moveTo>
                    <a:pt x="0" y="365760"/>
                  </a:moveTo>
                  <a:lnTo>
                    <a:pt x="2849" y="319869"/>
                  </a:lnTo>
                  <a:lnTo>
                    <a:pt x="11170" y="275682"/>
                  </a:lnTo>
                  <a:lnTo>
                    <a:pt x="24619" y="233542"/>
                  </a:lnTo>
                  <a:lnTo>
                    <a:pt x="42854" y="193790"/>
                  </a:lnTo>
                  <a:lnTo>
                    <a:pt x="65531" y="156770"/>
                  </a:lnTo>
                  <a:lnTo>
                    <a:pt x="92308" y="122822"/>
                  </a:lnTo>
                  <a:lnTo>
                    <a:pt x="122843" y="92291"/>
                  </a:lnTo>
                  <a:lnTo>
                    <a:pt x="156792" y="65517"/>
                  </a:lnTo>
                  <a:lnTo>
                    <a:pt x="193813" y="42844"/>
                  </a:lnTo>
                  <a:lnTo>
                    <a:pt x="233563" y="24613"/>
                  </a:lnTo>
                  <a:lnTo>
                    <a:pt x="275699" y="11167"/>
                  </a:lnTo>
                  <a:lnTo>
                    <a:pt x="319879" y="2848"/>
                  </a:lnTo>
                  <a:lnTo>
                    <a:pt x="365760" y="0"/>
                  </a:lnTo>
                  <a:lnTo>
                    <a:pt x="1828800" y="0"/>
                  </a:lnTo>
                  <a:lnTo>
                    <a:pt x="1874665" y="2848"/>
                  </a:lnTo>
                  <a:lnTo>
                    <a:pt x="1918835" y="11167"/>
                  </a:lnTo>
                  <a:lnTo>
                    <a:pt x="1960965" y="24613"/>
                  </a:lnTo>
                  <a:lnTo>
                    <a:pt x="2000713" y="42844"/>
                  </a:lnTo>
                  <a:lnTo>
                    <a:pt x="2037734" y="65517"/>
                  </a:lnTo>
                  <a:lnTo>
                    <a:pt x="2071686" y="92291"/>
                  </a:lnTo>
                  <a:lnTo>
                    <a:pt x="2102225" y="122822"/>
                  </a:lnTo>
                  <a:lnTo>
                    <a:pt x="2129007" y="156770"/>
                  </a:lnTo>
                  <a:lnTo>
                    <a:pt x="2151690" y="193790"/>
                  </a:lnTo>
                  <a:lnTo>
                    <a:pt x="2169931" y="233542"/>
                  </a:lnTo>
                  <a:lnTo>
                    <a:pt x="2183384" y="275682"/>
                  </a:lnTo>
                  <a:lnTo>
                    <a:pt x="2191709" y="319869"/>
                  </a:lnTo>
                  <a:lnTo>
                    <a:pt x="2194560" y="365760"/>
                  </a:lnTo>
                  <a:lnTo>
                    <a:pt x="2194560" y="2358796"/>
                  </a:lnTo>
                  <a:lnTo>
                    <a:pt x="2191709" y="2404677"/>
                  </a:lnTo>
                  <a:lnTo>
                    <a:pt x="2183384" y="2448856"/>
                  </a:lnTo>
                  <a:lnTo>
                    <a:pt x="2169931" y="2490993"/>
                  </a:lnTo>
                  <a:lnTo>
                    <a:pt x="2151690" y="2530743"/>
                  </a:lnTo>
                  <a:lnTo>
                    <a:pt x="2129007" y="2567764"/>
                  </a:lnTo>
                  <a:lnTo>
                    <a:pt x="2102225" y="2601713"/>
                  </a:lnTo>
                  <a:lnTo>
                    <a:pt x="2071686" y="2632247"/>
                  </a:lnTo>
                  <a:lnTo>
                    <a:pt x="2037734" y="2659025"/>
                  </a:lnTo>
                  <a:lnTo>
                    <a:pt x="2000713" y="2681702"/>
                  </a:lnTo>
                  <a:lnTo>
                    <a:pt x="1960965" y="2699936"/>
                  </a:lnTo>
                  <a:lnTo>
                    <a:pt x="1918835" y="2713385"/>
                  </a:lnTo>
                  <a:lnTo>
                    <a:pt x="1874665" y="2721706"/>
                  </a:lnTo>
                  <a:lnTo>
                    <a:pt x="1828800" y="2724556"/>
                  </a:lnTo>
                  <a:lnTo>
                    <a:pt x="365760" y="2724556"/>
                  </a:lnTo>
                  <a:lnTo>
                    <a:pt x="319879" y="2721706"/>
                  </a:lnTo>
                  <a:lnTo>
                    <a:pt x="275699" y="2713385"/>
                  </a:lnTo>
                  <a:lnTo>
                    <a:pt x="233563" y="2699936"/>
                  </a:lnTo>
                  <a:lnTo>
                    <a:pt x="193813" y="2681702"/>
                  </a:lnTo>
                  <a:lnTo>
                    <a:pt x="156792" y="2659025"/>
                  </a:lnTo>
                  <a:lnTo>
                    <a:pt x="122843" y="2632247"/>
                  </a:lnTo>
                  <a:lnTo>
                    <a:pt x="92308" y="2601713"/>
                  </a:lnTo>
                  <a:lnTo>
                    <a:pt x="65531" y="2567764"/>
                  </a:lnTo>
                  <a:lnTo>
                    <a:pt x="42854" y="2530743"/>
                  </a:lnTo>
                  <a:lnTo>
                    <a:pt x="24619" y="2490993"/>
                  </a:lnTo>
                  <a:lnTo>
                    <a:pt x="11170" y="2448856"/>
                  </a:lnTo>
                  <a:lnTo>
                    <a:pt x="2849" y="2404677"/>
                  </a:lnTo>
                  <a:lnTo>
                    <a:pt x="0" y="2358796"/>
                  </a:lnTo>
                  <a:lnTo>
                    <a:pt x="0" y="36576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95956" y="15279611"/>
              <a:ext cx="5681472" cy="281482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743199" y="15303627"/>
              <a:ext cx="5591175" cy="2724785"/>
            </a:xfrm>
            <a:custGeom>
              <a:avLst/>
              <a:gdLst/>
              <a:ahLst/>
              <a:cxnLst/>
              <a:rect l="l" t="t" r="r" b="b"/>
              <a:pathLst>
                <a:path w="5591175" h="2724784">
                  <a:moveTo>
                    <a:pt x="5137023" y="0"/>
                  </a:moveTo>
                  <a:lnTo>
                    <a:pt x="454151" y="0"/>
                  </a:lnTo>
                  <a:lnTo>
                    <a:pt x="407716" y="2344"/>
                  </a:lnTo>
                  <a:lnTo>
                    <a:pt x="362623" y="9226"/>
                  </a:lnTo>
                  <a:lnTo>
                    <a:pt x="319099" y="20416"/>
                  </a:lnTo>
                  <a:lnTo>
                    <a:pt x="277373" y="35687"/>
                  </a:lnTo>
                  <a:lnTo>
                    <a:pt x="237674" y="54809"/>
                  </a:lnTo>
                  <a:lnTo>
                    <a:pt x="200229" y="77554"/>
                  </a:lnTo>
                  <a:lnTo>
                    <a:pt x="165267" y="103694"/>
                  </a:lnTo>
                  <a:lnTo>
                    <a:pt x="133016" y="133000"/>
                  </a:lnTo>
                  <a:lnTo>
                    <a:pt x="103705" y="165244"/>
                  </a:lnTo>
                  <a:lnTo>
                    <a:pt x="77561" y="200198"/>
                  </a:lnTo>
                  <a:lnTo>
                    <a:pt x="54812" y="237633"/>
                  </a:lnTo>
                  <a:lnTo>
                    <a:pt x="35688" y="277320"/>
                  </a:lnTo>
                  <a:lnTo>
                    <a:pt x="20417" y="319031"/>
                  </a:lnTo>
                  <a:lnTo>
                    <a:pt x="9226" y="362538"/>
                  </a:lnTo>
                  <a:lnTo>
                    <a:pt x="2344" y="407612"/>
                  </a:lnTo>
                  <a:lnTo>
                    <a:pt x="0" y="454025"/>
                  </a:lnTo>
                  <a:lnTo>
                    <a:pt x="0" y="2270455"/>
                  </a:lnTo>
                  <a:lnTo>
                    <a:pt x="2344" y="2316883"/>
                  </a:lnTo>
                  <a:lnTo>
                    <a:pt x="9226" y="2361970"/>
                  </a:lnTo>
                  <a:lnTo>
                    <a:pt x="20417" y="2405488"/>
                  </a:lnTo>
                  <a:lnTo>
                    <a:pt x="35688" y="2447209"/>
                  </a:lnTo>
                  <a:lnTo>
                    <a:pt x="54812" y="2486904"/>
                  </a:lnTo>
                  <a:lnTo>
                    <a:pt x="77561" y="2524344"/>
                  </a:lnTo>
                  <a:lnTo>
                    <a:pt x="103705" y="2559303"/>
                  </a:lnTo>
                  <a:lnTo>
                    <a:pt x="133016" y="2591550"/>
                  </a:lnTo>
                  <a:lnTo>
                    <a:pt x="165267" y="2620859"/>
                  </a:lnTo>
                  <a:lnTo>
                    <a:pt x="200229" y="2647001"/>
                  </a:lnTo>
                  <a:lnTo>
                    <a:pt x="237674" y="2669747"/>
                  </a:lnTo>
                  <a:lnTo>
                    <a:pt x="277373" y="2688869"/>
                  </a:lnTo>
                  <a:lnTo>
                    <a:pt x="319099" y="2704140"/>
                  </a:lnTo>
                  <a:lnTo>
                    <a:pt x="362623" y="2715330"/>
                  </a:lnTo>
                  <a:lnTo>
                    <a:pt x="407716" y="2722211"/>
                  </a:lnTo>
                  <a:lnTo>
                    <a:pt x="454151" y="2724556"/>
                  </a:lnTo>
                  <a:lnTo>
                    <a:pt x="5137023" y="2724556"/>
                  </a:lnTo>
                  <a:lnTo>
                    <a:pt x="5183456" y="2722211"/>
                  </a:lnTo>
                  <a:lnTo>
                    <a:pt x="5228546" y="2715330"/>
                  </a:lnTo>
                  <a:lnTo>
                    <a:pt x="5272063" y="2704140"/>
                  </a:lnTo>
                  <a:lnTo>
                    <a:pt x="5313781" y="2688869"/>
                  </a:lnTo>
                  <a:lnTo>
                    <a:pt x="5353471" y="2669747"/>
                  </a:lnTo>
                  <a:lnTo>
                    <a:pt x="5390905" y="2647001"/>
                  </a:lnTo>
                  <a:lnTo>
                    <a:pt x="5425855" y="2620859"/>
                  </a:lnTo>
                  <a:lnTo>
                    <a:pt x="5458094" y="2591550"/>
                  </a:lnTo>
                  <a:lnTo>
                    <a:pt x="5487394" y="2559303"/>
                  </a:lnTo>
                  <a:lnTo>
                    <a:pt x="5513527" y="2524344"/>
                  </a:lnTo>
                  <a:lnTo>
                    <a:pt x="5536264" y="2486904"/>
                  </a:lnTo>
                  <a:lnTo>
                    <a:pt x="5555378" y="2447209"/>
                  </a:lnTo>
                  <a:lnTo>
                    <a:pt x="5570642" y="2405488"/>
                  </a:lnTo>
                  <a:lnTo>
                    <a:pt x="5581826" y="2361970"/>
                  </a:lnTo>
                  <a:lnTo>
                    <a:pt x="5588704" y="2316883"/>
                  </a:lnTo>
                  <a:lnTo>
                    <a:pt x="5591048" y="2270455"/>
                  </a:lnTo>
                  <a:lnTo>
                    <a:pt x="5591048" y="454025"/>
                  </a:lnTo>
                  <a:lnTo>
                    <a:pt x="5588704" y="407612"/>
                  </a:lnTo>
                  <a:lnTo>
                    <a:pt x="5581826" y="362538"/>
                  </a:lnTo>
                  <a:lnTo>
                    <a:pt x="5570642" y="319031"/>
                  </a:lnTo>
                  <a:lnTo>
                    <a:pt x="5555378" y="277320"/>
                  </a:lnTo>
                  <a:lnTo>
                    <a:pt x="5536264" y="237633"/>
                  </a:lnTo>
                  <a:lnTo>
                    <a:pt x="5513527" y="200198"/>
                  </a:lnTo>
                  <a:lnTo>
                    <a:pt x="5487394" y="165244"/>
                  </a:lnTo>
                  <a:lnTo>
                    <a:pt x="5458094" y="133000"/>
                  </a:lnTo>
                  <a:lnTo>
                    <a:pt x="5425855" y="103694"/>
                  </a:lnTo>
                  <a:lnTo>
                    <a:pt x="5390905" y="77554"/>
                  </a:lnTo>
                  <a:lnTo>
                    <a:pt x="5353471" y="54809"/>
                  </a:lnTo>
                  <a:lnTo>
                    <a:pt x="5313781" y="35687"/>
                  </a:lnTo>
                  <a:lnTo>
                    <a:pt x="5272063" y="20416"/>
                  </a:lnTo>
                  <a:lnTo>
                    <a:pt x="5228546" y="9226"/>
                  </a:lnTo>
                  <a:lnTo>
                    <a:pt x="5183456" y="2344"/>
                  </a:lnTo>
                  <a:lnTo>
                    <a:pt x="5137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43199" y="15303627"/>
              <a:ext cx="5591175" cy="2724785"/>
            </a:xfrm>
            <a:custGeom>
              <a:avLst/>
              <a:gdLst/>
              <a:ahLst/>
              <a:cxnLst/>
              <a:rect l="l" t="t" r="r" b="b"/>
              <a:pathLst>
                <a:path w="5591175" h="2724784">
                  <a:moveTo>
                    <a:pt x="0" y="454025"/>
                  </a:moveTo>
                  <a:lnTo>
                    <a:pt x="2344" y="407612"/>
                  </a:lnTo>
                  <a:lnTo>
                    <a:pt x="9226" y="362538"/>
                  </a:lnTo>
                  <a:lnTo>
                    <a:pt x="20417" y="319031"/>
                  </a:lnTo>
                  <a:lnTo>
                    <a:pt x="35688" y="277320"/>
                  </a:lnTo>
                  <a:lnTo>
                    <a:pt x="54812" y="237633"/>
                  </a:lnTo>
                  <a:lnTo>
                    <a:pt x="77561" y="200198"/>
                  </a:lnTo>
                  <a:lnTo>
                    <a:pt x="103705" y="165244"/>
                  </a:lnTo>
                  <a:lnTo>
                    <a:pt x="133016" y="133000"/>
                  </a:lnTo>
                  <a:lnTo>
                    <a:pt x="165267" y="103694"/>
                  </a:lnTo>
                  <a:lnTo>
                    <a:pt x="200229" y="77554"/>
                  </a:lnTo>
                  <a:lnTo>
                    <a:pt x="237674" y="54809"/>
                  </a:lnTo>
                  <a:lnTo>
                    <a:pt x="277373" y="35687"/>
                  </a:lnTo>
                  <a:lnTo>
                    <a:pt x="319099" y="20416"/>
                  </a:lnTo>
                  <a:lnTo>
                    <a:pt x="362623" y="9226"/>
                  </a:lnTo>
                  <a:lnTo>
                    <a:pt x="407716" y="2344"/>
                  </a:lnTo>
                  <a:lnTo>
                    <a:pt x="454151" y="0"/>
                  </a:lnTo>
                  <a:lnTo>
                    <a:pt x="5137023" y="0"/>
                  </a:lnTo>
                  <a:lnTo>
                    <a:pt x="5183456" y="2344"/>
                  </a:lnTo>
                  <a:lnTo>
                    <a:pt x="5228546" y="9226"/>
                  </a:lnTo>
                  <a:lnTo>
                    <a:pt x="5272063" y="20416"/>
                  </a:lnTo>
                  <a:lnTo>
                    <a:pt x="5313781" y="35687"/>
                  </a:lnTo>
                  <a:lnTo>
                    <a:pt x="5353471" y="54809"/>
                  </a:lnTo>
                  <a:lnTo>
                    <a:pt x="5390905" y="77554"/>
                  </a:lnTo>
                  <a:lnTo>
                    <a:pt x="5425855" y="103694"/>
                  </a:lnTo>
                  <a:lnTo>
                    <a:pt x="5458094" y="133000"/>
                  </a:lnTo>
                  <a:lnTo>
                    <a:pt x="5487394" y="165244"/>
                  </a:lnTo>
                  <a:lnTo>
                    <a:pt x="5513527" y="200198"/>
                  </a:lnTo>
                  <a:lnTo>
                    <a:pt x="5536264" y="237633"/>
                  </a:lnTo>
                  <a:lnTo>
                    <a:pt x="5555378" y="277320"/>
                  </a:lnTo>
                  <a:lnTo>
                    <a:pt x="5570642" y="319031"/>
                  </a:lnTo>
                  <a:lnTo>
                    <a:pt x="5581826" y="362538"/>
                  </a:lnTo>
                  <a:lnTo>
                    <a:pt x="5588704" y="407612"/>
                  </a:lnTo>
                  <a:lnTo>
                    <a:pt x="5591048" y="454025"/>
                  </a:lnTo>
                  <a:lnTo>
                    <a:pt x="5591048" y="2270455"/>
                  </a:lnTo>
                  <a:lnTo>
                    <a:pt x="5588704" y="2316883"/>
                  </a:lnTo>
                  <a:lnTo>
                    <a:pt x="5581826" y="2361970"/>
                  </a:lnTo>
                  <a:lnTo>
                    <a:pt x="5570642" y="2405488"/>
                  </a:lnTo>
                  <a:lnTo>
                    <a:pt x="5555378" y="2447209"/>
                  </a:lnTo>
                  <a:lnTo>
                    <a:pt x="5536264" y="2486904"/>
                  </a:lnTo>
                  <a:lnTo>
                    <a:pt x="5513527" y="2524344"/>
                  </a:lnTo>
                  <a:lnTo>
                    <a:pt x="5487394" y="2559303"/>
                  </a:lnTo>
                  <a:lnTo>
                    <a:pt x="5458094" y="2591550"/>
                  </a:lnTo>
                  <a:lnTo>
                    <a:pt x="5425855" y="2620859"/>
                  </a:lnTo>
                  <a:lnTo>
                    <a:pt x="5390905" y="2647001"/>
                  </a:lnTo>
                  <a:lnTo>
                    <a:pt x="5353471" y="2669747"/>
                  </a:lnTo>
                  <a:lnTo>
                    <a:pt x="5313781" y="2688869"/>
                  </a:lnTo>
                  <a:lnTo>
                    <a:pt x="5272063" y="2704140"/>
                  </a:lnTo>
                  <a:lnTo>
                    <a:pt x="5228546" y="2715330"/>
                  </a:lnTo>
                  <a:lnTo>
                    <a:pt x="5183456" y="2722211"/>
                  </a:lnTo>
                  <a:lnTo>
                    <a:pt x="5137023" y="2724556"/>
                  </a:lnTo>
                  <a:lnTo>
                    <a:pt x="454151" y="2724556"/>
                  </a:lnTo>
                  <a:lnTo>
                    <a:pt x="407716" y="2722211"/>
                  </a:lnTo>
                  <a:lnTo>
                    <a:pt x="362623" y="2715330"/>
                  </a:lnTo>
                  <a:lnTo>
                    <a:pt x="319099" y="2704140"/>
                  </a:lnTo>
                  <a:lnTo>
                    <a:pt x="277373" y="2688869"/>
                  </a:lnTo>
                  <a:lnTo>
                    <a:pt x="237674" y="2669747"/>
                  </a:lnTo>
                  <a:lnTo>
                    <a:pt x="200229" y="2647001"/>
                  </a:lnTo>
                  <a:lnTo>
                    <a:pt x="165267" y="2620859"/>
                  </a:lnTo>
                  <a:lnTo>
                    <a:pt x="133016" y="2591550"/>
                  </a:lnTo>
                  <a:lnTo>
                    <a:pt x="103705" y="2559303"/>
                  </a:lnTo>
                  <a:lnTo>
                    <a:pt x="77561" y="2524344"/>
                  </a:lnTo>
                  <a:lnTo>
                    <a:pt x="54812" y="2486904"/>
                  </a:lnTo>
                  <a:lnTo>
                    <a:pt x="35688" y="2447209"/>
                  </a:lnTo>
                  <a:lnTo>
                    <a:pt x="20417" y="2405488"/>
                  </a:lnTo>
                  <a:lnTo>
                    <a:pt x="9226" y="2361970"/>
                  </a:lnTo>
                  <a:lnTo>
                    <a:pt x="2344" y="2316883"/>
                  </a:lnTo>
                  <a:lnTo>
                    <a:pt x="0" y="2270455"/>
                  </a:lnTo>
                  <a:lnTo>
                    <a:pt x="0" y="454025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33816" y="15279611"/>
              <a:ext cx="3467100" cy="281482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480552" y="15303627"/>
              <a:ext cx="3377565" cy="2724785"/>
            </a:xfrm>
            <a:custGeom>
              <a:avLst/>
              <a:gdLst/>
              <a:ahLst/>
              <a:cxnLst/>
              <a:rect l="l" t="t" r="r" b="b"/>
              <a:pathLst>
                <a:path w="3377565" h="2724784">
                  <a:moveTo>
                    <a:pt x="2923286" y="0"/>
                  </a:moveTo>
                  <a:lnTo>
                    <a:pt x="454151" y="0"/>
                  </a:lnTo>
                  <a:lnTo>
                    <a:pt x="407716" y="2344"/>
                  </a:lnTo>
                  <a:lnTo>
                    <a:pt x="362623" y="9226"/>
                  </a:lnTo>
                  <a:lnTo>
                    <a:pt x="319099" y="20416"/>
                  </a:lnTo>
                  <a:lnTo>
                    <a:pt x="277373" y="35687"/>
                  </a:lnTo>
                  <a:lnTo>
                    <a:pt x="237674" y="54809"/>
                  </a:lnTo>
                  <a:lnTo>
                    <a:pt x="200229" y="77554"/>
                  </a:lnTo>
                  <a:lnTo>
                    <a:pt x="165267" y="103694"/>
                  </a:lnTo>
                  <a:lnTo>
                    <a:pt x="133016" y="133000"/>
                  </a:lnTo>
                  <a:lnTo>
                    <a:pt x="103705" y="165244"/>
                  </a:lnTo>
                  <a:lnTo>
                    <a:pt x="77561" y="200198"/>
                  </a:lnTo>
                  <a:lnTo>
                    <a:pt x="54812" y="237633"/>
                  </a:lnTo>
                  <a:lnTo>
                    <a:pt x="35688" y="277320"/>
                  </a:lnTo>
                  <a:lnTo>
                    <a:pt x="20417" y="319031"/>
                  </a:lnTo>
                  <a:lnTo>
                    <a:pt x="9226" y="362538"/>
                  </a:lnTo>
                  <a:lnTo>
                    <a:pt x="2344" y="407612"/>
                  </a:lnTo>
                  <a:lnTo>
                    <a:pt x="0" y="454025"/>
                  </a:lnTo>
                  <a:lnTo>
                    <a:pt x="0" y="2270442"/>
                  </a:lnTo>
                  <a:lnTo>
                    <a:pt x="2344" y="2316872"/>
                  </a:lnTo>
                  <a:lnTo>
                    <a:pt x="9226" y="2361962"/>
                  </a:lnTo>
                  <a:lnTo>
                    <a:pt x="20417" y="2405481"/>
                  </a:lnTo>
                  <a:lnTo>
                    <a:pt x="35688" y="2447203"/>
                  </a:lnTo>
                  <a:lnTo>
                    <a:pt x="54812" y="2486899"/>
                  </a:lnTo>
                  <a:lnTo>
                    <a:pt x="77561" y="2524341"/>
                  </a:lnTo>
                  <a:lnTo>
                    <a:pt x="103705" y="2559300"/>
                  </a:lnTo>
                  <a:lnTo>
                    <a:pt x="133016" y="2591549"/>
                  </a:lnTo>
                  <a:lnTo>
                    <a:pt x="165267" y="2620858"/>
                  </a:lnTo>
                  <a:lnTo>
                    <a:pt x="200229" y="2647000"/>
                  </a:lnTo>
                  <a:lnTo>
                    <a:pt x="237674" y="2669747"/>
                  </a:lnTo>
                  <a:lnTo>
                    <a:pt x="277373" y="2688869"/>
                  </a:lnTo>
                  <a:lnTo>
                    <a:pt x="319099" y="2704140"/>
                  </a:lnTo>
                  <a:lnTo>
                    <a:pt x="362623" y="2715330"/>
                  </a:lnTo>
                  <a:lnTo>
                    <a:pt x="407716" y="2722211"/>
                  </a:lnTo>
                  <a:lnTo>
                    <a:pt x="454151" y="2724556"/>
                  </a:lnTo>
                  <a:lnTo>
                    <a:pt x="2923286" y="2724556"/>
                  </a:lnTo>
                  <a:lnTo>
                    <a:pt x="2969721" y="2722211"/>
                  </a:lnTo>
                  <a:lnTo>
                    <a:pt x="3014814" y="2715330"/>
                  </a:lnTo>
                  <a:lnTo>
                    <a:pt x="3058338" y="2704140"/>
                  </a:lnTo>
                  <a:lnTo>
                    <a:pt x="3100064" y="2688869"/>
                  </a:lnTo>
                  <a:lnTo>
                    <a:pt x="3139763" y="2669747"/>
                  </a:lnTo>
                  <a:lnTo>
                    <a:pt x="3177208" y="2647000"/>
                  </a:lnTo>
                  <a:lnTo>
                    <a:pt x="3212170" y="2620858"/>
                  </a:lnTo>
                  <a:lnTo>
                    <a:pt x="3244421" y="2591549"/>
                  </a:lnTo>
                  <a:lnTo>
                    <a:pt x="3273732" y="2559300"/>
                  </a:lnTo>
                  <a:lnTo>
                    <a:pt x="3299876" y="2524341"/>
                  </a:lnTo>
                  <a:lnTo>
                    <a:pt x="3322625" y="2486899"/>
                  </a:lnTo>
                  <a:lnTo>
                    <a:pt x="3341749" y="2447203"/>
                  </a:lnTo>
                  <a:lnTo>
                    <a:pt x="3357020" y="2405481"/>
                  </a:lnTo>
                  <a:lnTo>
                    <a:pt x="3368211" y="2361962"/>
                  </a:lnTo>
                  <a:lnTo>
                    <a:pt x="3375093" y="2316872"/>
                  </a:lnTo>
                  <a:lnTo>
                    <a:pt x="3377438" y="2270442"/>
                  </a:lnTo>
                  <a:lnTo>
                    <a:pt x="3377438" y="454025"/>
                  </a:lnTo>
                  <a:lnTo>
                    <a:pt x="3375093" y="407612"/>
                  </a:lnTo>
                  <a:lnTo>
                    <a:pt x="3368211" y="362538"/>
                  </a:lnTo>
                  <a:lnTo>
                    <a:pt x="3357020" y="319031"/>
                  </a:lnTo>
                  <a:lnTo>
                    <a:pt x="3341749" y="277320"/>
                  </a:lnTo>
                  <a:lnTo>
                    <a:pt x="3322625" y="237633"/>
                  </a:lnTo>
                  <a:lnTo>
                    <a:pt x="3299876" y="200198"/>
                  </a:lnTo>
                  <a:lnTo>
                    <a:pt x="3273732" y="165244"/>
                  </a:lnTo>
                  <a:lnTo>
                    <a:pt x="3244421" y="133000"/>
                  </a:lnTo>
                  <a:lnTo>
                    <a:pt x="3212170" y="103694"/>
                  </a:lnTo>
                  <a:lnTo>
                    <a:pt x="3177208" y="77554"/>
                  </a:lnTo>
                  <a:lnTo>
                    <a:pt x="3139763" y="54809"/>
                  </a:lnTo>
                  <a:lnTo>
                    <a:pt x="3100064" y="35687"/>
                  </a:lnTo>
                  <a:lnTo>
                    <a:pt x="3058338" y="20416"/>
                  </a:lnTo>
                  <a:lnTo>
                    <a:pt x="3014814" y="9226"/>
                  </a:lnTo>
                  <a:lnTo>
                    <a:pt x="2969721" y="2344"/>
                  </a:lnTo>
                  <a:lnTo>
                    <a:pt x="2923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480552" y="15303627"/>
              <a:ext cx="3377565" cy="2724785"/>
            </a:xfrm>
            <a:custGeom>
              <a:avLst/>
              <a:gdLst/>
              <a:ahLst/>
              <a:cxnLst/>
              <a:rect l="l" t="t" r="r" b="b"/>
              <a:pathLst>
                <a:path w="3377565" h="2724784">
                  <a:moveTo>
                    <a:pt x="0" y="454025"/>
                  </a:moveTo>
                  <a:lnTo>
                    <a:pt x="2344" y="407612"/>
                  </a:lnTo>
                  <a:lnTo>
                    <a:pt x="9226" y="362538"/>
                  </a:lnTo>
                  <a:lnTo>
                    <a:pt x="20417" y="319031"/>
                  </a:lnTo>
                  <a:lnTo>
                    <a:pt x="35688" y="277320"/>
                  </a:lnTo>
                  <a:lnTo>
                    <a:pt x="54812" y="237633"/>
                  </a:lnTo>
                  <a:lnTo>
                    <a:pt x="77561" y="200198"/>
                  </a:lnTo>
                  <a:lnTo>
                    <a:pt x="103705" y="165244"/>
                  </a:lnTo>
                  <a:lnTo>
                    <a:pt x="133016" y="133000"/>
                  </a:lnTo>
                  <a:lnTo>
                    <a:pt x="165267" y="103694"/>
                  </a:lnTo>
                  <a:lnTo>
                    <a:pt x="200229" y="77554"/>
                  </a:lnTo>
                  <a:lnTo>
                    <a:pt x="237674" y="54809"/>
                  </a:lnTo>
                  <a:lnTo>
                    <a:pt x="277373" y="35687"/>
                  </a:lnTo>
                  <a:lnTo>
                    <a:pt x="319099" y="20416"/>
                  </a:lnTo>
                  <a:lnTo>
                    <a:pt x="362623" y="9226"/>
                  </a:lnTo>
                  <a:lnTo>
                    <a:pt x="407716" y="2344"/>
                  </a:lnTo>
                  <a:lnTo>
                    <a:pt x="454151" y="0"/>
                  </a:lnTo>
                  <a:lnTo>
                    <a:pt x="2923286" y="0"/>
                  </a:lnTo>
                  <a:lnTo>
                    <a:pt x="2969721" y="2344"/>
                  </a:lnTo>
                  <a:lnTo>
                    <a:pt x="3014814" y="9226"/>
                  </a:lnTo>
                  <a:lnTo>
                    <a:pt x="3058338" y="20416"/>
                  </a:lnTo>
                  <a:lnTo>
                    <a:pt x="3100064" y="35687"/>
                  </a:lnTo>
                  <a:lnTo>
                    <a:pt x="3139763" y="54809"/>
                  </a:lnTo>
                  <a:lnTo>
                    <a:pt x="3177208" y="77554"/>
                  </a:lnTo>
                  <a:lnTo>
                    <a:pt x="3212170" y="103694"/>
                  </a:lnTo>
                  <a:lnTo>
                    <a:pt x="3244421" y="133000"/>
                  </a:lnTo>
                  <a:lnTo>
                    <a:pt x="3273732" y="165244"/>
                  </a:lnTo>
                  <a:lnTo>
                    <a:pt x="3299876" y="200198"/>
                  </a:lnTo>
                  <a:lnTo>
                    <a:pt x="3322625" y="237633"/>
                  </a:lnTo>
                  <a:lnTo>
                    <a:pt x="3341749" y="277320"/>
                  </a:lnTo>
                  <a:lnTo>
                    <a:pt x="3357020" y="319031"/>
                  </a:lnTo>
                  <a:lnTo>
                    <a:pt x="3368211" y="362538"/>
                  </a:lnTo>
                  <a:lnTo>
                    <a:pt x="3375093" y="407612"/>
                  </a:lnTo>
                  <a:lnTo>
                    <a:pt x="3377438" y="454025"/>
                  </a:lnTo>
                  <a:lnTo>
                    <a:pt x="3377438" y="2270442"/>
                  </a:lnTo>
                  <a:lnTo>
                    <a:pt x="3375093" y="2316872"/>
                  </a:lnTo>
                  <a:lnTo>
                    <a:pt x="3368211" y="2361962"/>
                  </a:lnTo>
                  <a:lnTo>
                    <a:pt x="3357020" y="2405481"/>
                  </a:lnTo>
                  <a:lnTo>
                    <a:pt x="3341749" y="2447203"/>
                  </a:lnTo>
                  <a:lnTo>
                    <a:pt x="3322625" y="2486899"/>
                  </a:lnTo>
                  <a:lnTo>
                    <a:pt x="3299876" y="2524341"/>
                  </a:lnTo>
                  <a:lnTo>
                    <a:pt x="3273732" y="2559300"/>
                  </a:lnTo>
                  <a:lnTo>
                    <a:pt x="3244421" y="2591549"/>
                  </a:lnTo>
                  <a:lnTo>
                    <a:pt x="3212170" y="2620858"/>
                  </a:lnTo>
                  <a:lnTo>
                    <a:pt x="3177208" y="2647000"/>
                  </a:lnTo>
                  <a:lnTo>
                    <a:pt x="3139763" y="2669747"/>
                  </a:lnTo>
                  <a:lnTo>
                    <a:pt x="3100064" y="2688869"/>
                  </a:lnTo>
                  <a:lnTo>
                    <a:pt x="3058338" y="2704140"/>
                  </a:lnTo>
                  <a:lnTo>
                    <a:pt x="3014814" y="2715330"/>
                  </a:lnTo>
                  <a:lnTo>
                    <a:pt x="2969721" y="2722211"/>
                  </a:lnTo>
                  <a:lnTo>
                    <a:pt x="2923286" y="2724556"/>
                  </a:lnTo>
                  <a:lnTo>
                    <a:pt x="454151" y="2724556"/>
                  </a:lnTo>
                  <a:lnTo>
                    <a:pt x="407716" y="2722211"/>
                  </a:lnTo>
                  <a:lnTo>
                    <a:pt x="362623" y="2715330"/>
                  </a:lnTo>
                  <a:lnTo>
                    <a:pt x="319099" y="2704140"/>
                  </a:lnTo>
                  <a:lnTo>
                    <a:pt x="277373" y="2688869"/>
                  </a:lnTo>
                  <a:lnTo>
                    <a:pt x="237674" y="2669747"/>
                  </a:lnTo>
                  <a:lnTo>
                    <a:pt x="200229" y="2647000"/>
                  </a:lnTo>
                  <a:lnTo>
                    <a:pt x="165267" y="2620858"/>
                  </a:lnTo>
                  <a:lnTo>
                    <a:pt x="133016" y="2591549"/>
                  </a:lnTo>
                  <a:lnTo>
                    <a:pt x="103705" y="2559300"/>
                  </a:lnTo>
                  <a:lnTo>
                    <a:pt x="77561" y="2524341"/>
                  </a:lnTo>
                  <a:lnTo>
                    <a:pt x="54812" y="2486899"/>
                  </a:lnTo>
                  <a:lnTo>
                    <a:pt x="35688" y="2447203"/>
                  </a:lnTo>
                  <a:lnTo>
                    <a:pt x="20417" y="2405481"/>
                  </a:lnTo>
                  <a:lnTo>
                    <a:pt x="9226" y="2361962"/>
                  </a:lnTo>
                  <a:lnTo>
                    <a:pt x="2344" y="2316872"/>
                  </a:lnTo>
                  <a:lnTo>
                    <a:pt x="0" y="2270442"/>
                  </a:lnTo>
                  <a:lnTo>
                    <a:pt x="0" y="454025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5956" y="2119884"/>
              <a:ext cx="3436620" cy="190347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743199" y="2144395"/>
              <a:ext cx="3347085" cy="1812925"/>
            </a:xfrm>
            <a:custGeom>
              <a:avLst/>
              <a:gdLst/>
              <a:ahLst/>
              <a:cxnLst/>
              <a:rect l="l" t="t" r="r" b="b"/>
              <a:pathLst>
                <a:path w="3347085" h="1812925">
                  <a:moveTo>
                    <a:pt x="3044698" y="0"/>
                  </a:moveTo>
                  <a:lnTo>
                    <a:pt x="302132" y="0"/>
                  </a:lnTo>
                  <a:lnTo>
                    <a:pt x="253121" y="3954"/>
                  </a:lnTo>
                  <a:lnTo>
                    <a:pt x="206630" y="15401"/>
                  </a:lnTo>
                  <a:lnTo>
                    <a:pt x="163279" y="33720"/>
                  </a:lnTo>
                  <a:lnTo>
                    <a:pt x="123690" y="58289"/>
                  </a:lnTo>
                  <a:lnTo>
                    <a:pt x="88487" y="88487"/>
                  </a:lnTo>
                  <a:lnTo>
                    <a:pt x="58289" y="123690"/>
                  </a:lnTo>
                  <a:lnTo>
                    <a:pt x="33720" y="163279"/>
                  </a:lnTo>
                  <a:lnTo>
                    <a:pt x="15401" y="206630"/>
                  </a:lnTo>
                  <a:lnTo>
                    <a:pt x="3954" y="253121"/>
                  </a:lnTo>
                  <a:lnTo>
                    <a:pt x="0" y="302132"/>
                  </a:lnTo>
                  <a:lnTo>
                    <a:pt x="0" y="1510792"/>
                  </a:lnTo>
                  <a:lnTo>
                    <a:pt x="3954" y="1559803"/>
                  </a:lnTo>
                  <a:lnTo>
                    <a:pt x="15401" y="1606294"/>
                  </a:lnTo>
                  <a:lnTo>
                    <a:pt x="33720" y="1649645"/>
                  </a:lnTo>
                  <a:lnTo>
                    <a:pt x="58289" y="1689234"/>
                  </a:lnTo>
                  <a:lnTo>
                    <a:pt x="88487" y="1724437"/>
                  </a:lnTo>
                  <a:lnTo>
                    <a:pt x="123690" y="1754635"/>
                  </a:lnTo>
                  <a:lnTo>
                    <a:pt x="163279" y="1779204"/>
                  </a:lnTo>
                  <a:lnTo>
                    <a:pt x="206630" y="1797523"/>
                  </a:lnTo>
                  <a:lnTo>
                    <a:pt x="253121" y="1808970"/>
                  </a:lnTo>
                  <a:lnTo>
                    <a:pt x="302132" y="1812925"/>
                  </a:lnTo>
                  <a:lnTo>
                    <a:pt x="3044698" y="1812925"/>
                  </a:lnTo>
                  <a:lnTo>
                    <a:pt x="3093709" y="1808970"/>
                  </a:lnTo>
                  <a:lnTo>
                    <a:pt x="3140200" y="1797523"/>
                  </a:lnTo>
                  <a:lnTo>
                    <a:pt x="3183551" y="1779204"/>
                  </a:lnTo>
                  <a:lnTo>
                    <a:pt x="3223140" y="1754635"/>
                  </a:lnTo>
                  <a:lnTo>
                    <a:pt x="3258343" y="1724437"/>
                  </a:lnTo>
                  <a:lnTo>
                    <a:pt x="3288541" y="1689234"/>
                  </a:lnTo>
                  <a:lnTo>
                    <a:pt x="3313110" y="1649645"/>
                  </a:lnTo>
                  <a:lnTo>
                    <a:pt x="3331429" y="1606294"/>
                  </a:lnTo>
                  <a:lnTo>
                    <a:pt x="3342876" y="1559803"/>
                  </a:lnTo>
                  <a:lnTo>
                    <a:pt x="3346830" y="1510792"/>
                  </a:lnTo>
                  <a:lnTo>
                    <a:pt x="3346830" y="302132"/>
                  </a:lnTo>
                  <a:lnTo>
                    <a:pt x="3342876" y="253121"/>
                  </a:lnTo>
                  <a:lnTo>
                    <a:pt x="3331429" y="206630"/>
                  </a:lnTo>
                  <a:lnTo>
                    <a:pt x="3313110" y="163279"/>
                  </a:lnTo>
                  <a:lnTo>
                    <a:pt x="3288541" y="123690"/>
                  </a:lnTo>
                  <a:lnTo>
                    <a:pt x="3258343" y="88487"/>
                  </a:lnTo>
                  <a:lnTo>
                    <a:pt x="3223140" y="58289"/>
                  </a:lnTo>
                  <a:lnTo>
                    <a:pt x="3183551" y="33720"/>
                  </a:lnTo>
                  <a:lnTo>
                    <a:pt x="3140200" y="15401"/>
                  </a:lnTo>
                  <a:lnTo>
                    <a:pt x="3093709" y="3954"/>
                  </a:lnTo>
                  <a:lnTo>
                    <a:pt x="3044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743199" y="2144395"/>
              <a:ext cx="3347085" cy="1812925"/>
            </a:xfrm>
            <a:custGeom>
              <a:avLst/>
              <a:gdLst/>
              <a:ahLst/>
              <a:cxnLst/>
              <a:rect l="l" t="t" r="r" b="b"/>
              <a:pathLst>
                <a:path w="3347085" h="1812925">
                  <a:moveTo>
                    <a:pt x="0" y="302132"/>
                  </a:moveTo>
                  <a:lnTo>
                    <a:pt x="3954" y="253121"/>
                  </a:lnTo>
                  <a:lnTo>
                    <a:pt x="15401" y="206630"/>
                  </a:lnTo>
                  <a:lnTo>
                    <a:pt x="33720" y="163279"/>
                  </a:lnTo>
                  <a:lnTo>
                    <a:pt x="58289" y="123690"/>
                  </a:lnTo>
                  <a:lnTo>
                    <a:pt x="88487" y="88487"/>
                  </a:lnTo>
                  <a:lnTo>
                    <a:pt x="123690" y="58289"/>
                  </a:lnTo>
                  <a:lnTo>
                    <a:pt x="163279" y="33720"/>
                  </a:lnTo>
                  <a:lnTo>
                    <a:pt x="206630" y="15401"/>
                  </a:lnTo>
                  <a:lnTo>
                    <a:pt x="253121" y="3954"/>
                  </a:lnTo>
                  <a:lnTo>
                    <a:pt x="302132" y="0"/>
                  </a:lnTo>
                  <a:lnTo>
                    <a:pt x="3044698" y="0"/>
                  </a:lnTo>
                  <a:lnTo>
                    <a:pt x="3093709" y="3954"/>
                  </a:lnTo>
                  <a:lnTo>
                    <a:pt x="3140200" y="15401"/>
                  </a:lnTo>
                  <a:lnTo>
                    <a:pt x="3183551" y="33720"/>
                  </a:lnTo>
                  <a:lnTo>
                    <a:pt x="3223140" y="58289"/>
                  </a:lnTo>
                  <a:lnTo>
                    <a:pt x="3258343" y="88487"/>
                  </a:lnTo>
                  <a:lnTo>
                    <a:pt x="3288541" y="123690"/>
                  </a:lnTo>
                  <a:lnTo>
                    <a:pt x="3313110" y="163279"/>
                  </a:lnTo>
                  <a:lnTo>
                    <a:pt x="3331429" y="206630"/>
                  </a:lnTo>
                  <a:lnTo>
                    <a:pt x="3342876" y="253121"/>
                  </a:lnTo>
                  <a:lnTo>
                    <a:pt x="3346830" y="302132"/>
                  </a:lnTo>
                  <a:lnTo>
                    <a:pt x="3346830" y="1510792"/>
                  </a:lnTo>
                  <a:lnTo>
                    <a:pt x="3342876" y="1559803"/>
                  </a:lnTo>
                  <a:lnTo>
                    <a:pt x="3331429" y="1606294"/>
                  </a:lnTo>
                  <a:lnTo>
                    <a:pt x="3313110" y="1649645"/>
                  </a:lnTo>
                  <a:lnTo>
                    <a:pt x="3288541" y="1689234"/>
                  </a:lnTo>
                  <a:lnTo>
                    <a:pt x="3258343" y="1724437"/>
                  </a:lnTo>
                  <a:lnTo>
                    <a:pt x="3223140" y="1754635"/>
                  </a:lnTo>
                  <a:lnTo>
                    <a:pt x="3183551" y="1779204"/>
                  </a:lnTo>
                  <a:lnTo>
                    <a:pt x="3140200" y="1797523"/>
                  </a:lnTo>
                  <a:lnTo>
                    <a:pt x="3093709" y="1808970"/>
                  </a:lnTo>
                  <a:lnTo>
                    <a:pt x="3044698" y="1812925"/>
                  </a:lnTo>
                  <a:lnTo>
                    <a:pt x="302132" y="1812925"/>
                  </a:lnTo>
                  <a:lnTo>
                    <a:pt x="253121" y="1808970"/>
                  </a:lnTo>
                  <a:lnTo>
                    <a:pt x="206630" y="1797523"/>
                  </a:lnTo>
                  <a:lnTo>
                    <a:pt x="163279" y="1779204"/>
                  </a:lnTo>
                  <a:lnTo>
                    <a:pt x="123690" y="1754635"/>
                  </a:lnTo>
                  <a:lnTo>
                    <a:pt x="88487" y="1724437"/>
                  </a:lnTo>
                  <a:lnTo>
                    <a:pt x="58289" y="1689234"/>
                  </a:lnTo>
                  <a:lnTo>
                    <a:pt x="33720" y="1649645"/>
                  </a:lnTo>
                  <a:lnTo>
                    <a:pt x="15401" y="1606294"/>
                  </a:lnTo>
                  <a:lnTo>
                    <a:pt x="3954" y="1559803"/>
                  </a:lnTo>
                  <a:lnTo>
                    <a:pt x="0" y="1510792"/>
                  </a:lnTo>
                  <a:lnTo>
                    <a:pt x="0" y="302132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655" y="4898098"/>
              <a:ext cx="2110740" cy="50295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5087" y="4901171"/>
              <a:ext cx="1298448" cy="56084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31519" y="4923028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4" h="412114">
                  <a:moveTo>
                    <a:pt x="1805940" y="0"/>
                  </a:moveTo>
                  <a:lnTo>
                    <a:pt x="0" y="0"/>
                  </a:lnTo>
                  <a:lnTo>
                    <a:pt x="205803" y="205867"/>
                  </a:lnTo>
                  <a:lnTo>
                    <a:pt x="0" y="411606"/>
                  </a:lnTo>
                  <a:lnTo>
                    <a:pt x="1805940" y="411606"/>
                  </a:lnTo>
                  <a:lnTo>
                    <a:pt x="2011807" y="205867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31519" y="4923028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4" h="412114">
                  <a:moveTo>
                    <a:pt x="0" y="0"/>
                  </a:moveTo>
                  <a:lnTo>
                    <a:pt x="1805940" y="0"/>
                  </a:lnTo>
                  <a:lnTo>
                    <a:pt x="2011807" y="205867"/>
                  </a:lnTo>
                  <a:lnTo>
                    <a:pt x="1805940" y="411606"/>
                  </a:lnTo>
                  <a:lnTo>
                    <a:pt x="0" y="411606"/>
                  </a:lnTo>
                  <a:lnTo>
                    <a:pt x="205803" y="20586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07580" y="2144395"/>
              <a:ext cx="1910333" cy="1812290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655" y="7810461"/>
              <a:ext cx="2110740" cy="50295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9263" y="7815059"/>
              <a:ext cx="1528572" cy="56084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31519" y="7835519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4" h="411479">
                  <a:moveTo>
                    <a:pt x="1805940" y="0"/>
                  </a:moveTo>
                  <a:lnTo>
                    <a:pt x="0" y="0"/>
                  </a:lnTo>
                  <a:lnTo>
                    <a:pt x="205803" y="205739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807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31519" y="7835519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4" h="411479">
                  <a:moveTo>
                    <a:pt x="0" y="0"/>
                  </a:moveTo>
                  <a:lnTo>
                    <a:pt x="1805940" y="0"/>
                  </a:lnTo>
                  <a:lnTo>
                    <a:pt x="2011807" y="205739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803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52844" y="7810461"/>
              <a:ext cx="2110740" cy="50295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43571" y="7815059"/>
              <a:ext cx="1133868" cy="560844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807580" y="7835519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5" h="411479">
                  <a:moveTo>
                    <a:pt x="1806067" y="0"/>
                  </a:moveTo>
                  <a:lnTo>
                    <a:pt x="0" y="0"/>
                  </a:lnTo>
                  <a:lnTo>
                    <a:pt x="205867" y="205739"/>
                  </a:lnTo>
                  <a:lnTo>
                    <a:pt x="0" y="411479"/>
                  </a:lnTo>
                  <a:lnTo>
                    <a:pt x="1806067" y="411479"/>
                  </a:lnTo>
                  <a:lnTo>
                    <a:pt x="2011807" y="205739"/>
                  </a:lnTo>
                  <a:lnTo>
                    <a:pt x="1806067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807580" y="7835519"/>
              <a:ext cx="2012314" cy="411480"/>
            </a:xfrm>
            <a:custGeom>
              <a:avLst/>
              <a:gdLst/>
              <a:ahLst/>
              <a:cxnLst/>
              <a:rect l="l" t="t" r="r" b="b"/>
              <a:pathLst>
                <a:path w="2012315" h="411479">
                  <a:moveTo>
                    <a:pt x="0" y="0"/>
                  </a:moveTo>
                  <a:lnTo>
                    <a:pt x="1806067" y="0"/>
                  </a:lnTo>
                  <a:lnTo>
                    <a:pt x="2011807" y="205739"/>
                  </a:lnTo>
                  <a:lnTo>
                    <a:pt x="1806067" y="411479"/>
                  </a:lnTo>
                  <a:lnTo>
                    <a:pt x="0" y="411479"/>
                  </a:lnTo>
                  <a:lnTo>
                    <a:pt x="205867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6655" y="11859780"/>
              <a:ext cx="3393948" cy="50900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6716" y="11867375"/>
              <a:ext cx="2439924" cy="56084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31519" y="11884024"/>
              <a:ext cx="3295015" cy="419734"/>
            </a:xfrm>
            <a:custGeom>
              <a:avLst/>
              <a:gdLst/>
              <a:ahLst/>
              <a:cxnLst/>
              <a:rect l="l" t="t" r="r" b="b"/>
              <a:pathLst>
                <a:path w="3295015" h="419734">
                  <a:moveTo>
                    <a:pt x="3085210" y="0"/>
                  </a:moveTo>
                  <a:lnTo>
                    <a:pt x="0" y="0"/>
                  </a:lnTo>
                  <a:lnTo>
                    <a:pt x="209702" y="209676"/>
                  </a:lnTo>
                  <a:lnTo>
                    <a:pt x="0" y="419480"/>
                  </a:lnTo>
                  <a:lnTo>
                    <a:pt x="3085210" y="419480"/>
                  </a:lnTo>
                  <a:lnTo>
                    <a:pt x="3294888" y="209676"/>
                  </a:lnTo>
                  <a:lnTo>
                    <a:pt x="308521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31519" y="11884024"/>
              <a:ext cx="3295015" cy="419734"/>
            </a:xfrm>
            <a:custGeom>
              <a:avLst/>
              <a:gdLst/>
              <a:ahLst/>
              <a:cxnLst/>
              <a:rect l="l" t="t" r="r" b="b"/>
              <a:pathLst>
                <a:path w="3295015" h="419734">
                  <a:moveTo>
                    <a:pt x="0" y="0"/>
                  </a:moveTo>
                  <a:lnTo>
                    <a:pt x="3085210" y="0"/>
                  </a:lnTo>
                  <a:lnTo>
                    <a:pt x="3294888" y="209676"/>
                  </a:lnTo>
                  <a:lnTo>
                    <a:pt x="3085210" y="419480"/>
                  </a:lnTo>
                  <a:lnTo>
                    <a:pt x="0" y="419480"/>
                  </a:lnTo>
                  <a:lnTo>
                    <a:pt x="209702" y="20967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323594" y="11929618"/>
            <a:ext cx="2110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524255" y="15073909"/>
            <a:ext cx="1727200" cy="563880"/>
            <a:chOff x="524255" y="15073909"/>
            <a:chExt cx="1727200" cy="563880"/>
          </a:xfrm>
        </p:grpSpPr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4255" y="15073909"/>
              <a:ext cx="1726692" cy="50137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6383" y="15076919"/>
              <a:ext cx="1205471" cy="56084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78929" y="15097886"/>
              <a:ext cx="1628139" cy="412115"/>
            </a:xfrm>
            <a:custGeom>
              <a:avLst/>
              <a:gdLst/>
              <a:ahLst/>
              <a:cxnLst/>
              <a:rect l="l" t="t" r="r" b="b"/>
              <a:pathLst>
                <a:path w="1628139" h="412115">
                  <a:moveTo>
                    <a:pt x="1421955" y="0"/>
                  </a:moveTo>
                  <a:lnTo>
                    <a:pt x="0" y="0"/>
                  </a:lnTo>
                  <a:lnTo>
                    <a:pt x="205803" y="205739"/>
                  </a:lnTo>
                  <a:lnTo>
                    <a:pt x="0" y="411606"/>
                  </a:lnTo>
                  <a:lnTo>
                    <a:pt x="1421955" y="411606"/>
                  </a:lnTo>
                  <a:lnTo>
                    <a:pt x="1627822" y="205739"/>
                  </a:lnTo>
                  <a:lnTo>
                    <a:pt x="1421955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78929" y="15097886"/>
              <a:ext cx="1628139" cy="412115"/>
            </a:xfrm>
            <a:custGeom>
              <a:avLst/>
              <a:gdLst/>
              <a:ahLst/>
              <a:cxnLst/>
              <a:rect l="l" t="t" r="r" b="b"/>
              <a:pathLst>
                <a:path w="1628139" h="412115">
                  <a:moveTo>
                    <a:pt x="0" y="0"/>
                  </a:moveTo>
                  <a:lnTo>
                    <a:pt x="1421955" y="0"/>
                  </a:lnTo>
                  <a:lnTo>
                    <a:pt x="1627822" y="205739"/>
                  </a:lnTo>
                  <a:lnTo>
                    <a:pt x="1421955" y="411606"/>
                  </a:lnTo>
                  <a:lnTo>
                    <a:pt x="0" y="411606"/>
                  </a:lnTo>
                  <a:lnTo>
                    <a:pt x="205803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954125" y="15139796"/>
            <a:ext cx="878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2883407" y="15073909"/>
            <a:ext cx="2110740" cy="563880"/>
            <a:chOff x="2883407" y="15073909"/>
            <a:chExt cx="2110740" cy="563880"/>
          </a:xfrm>
        </p:grpSpPr>
        <p:pic>
          <p:nvPicPr>
            <p:cNvPr id="60" name="object 6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83407" y="15073909"/>
              <a:ext cx="2110740" cy="50137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83863" y="15076919"/>
              <a:ext cx="914425" cy="560844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2936874" y="15097886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4" h="412115">
                  <a:moveTo>
                    <a:pt x="1805939" y="0"/>
                  </a:moveTo>
                  <a:lnTo>
                    <a:pt x="0" y="0"/>
                  </a:lnTo>
                  <a:lnTo>
                    <a:pt x="205739" y="205739"/>
                  </a:lnTo>
                  <a:lnTo>
                    <a:pt x="0" y="411606"/>
                  </a:lnTo>
                  <a:lnTo>
                    <a:pt x="1805939" y="411606"/>
                  </a:lnTo>
                  <a:lnTo>
                    <a:pt x="2011807" y="205739"/>
                  </a:lnTo>
                  <a:lnTo>
                    <a:pt x="1805939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936874" y="15097886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4" h="412115">
                  <a:moveTo>
                    <a:pt x="0" y="0"/>
                  </a:moveTo>
                  <a:lnTo>
                    <a:pt x="1805939" y="0"/>
                  </a:lnTo>
                  <a:lnTo>
                    <a:pt x="2011807" y="205739"/>
                  </a:lnTo>
                  <a:lnTo>
                    <a:pt x="1805939" y="411606"/>
                  </a:lnTo>
                  <a:lnTo>
                    <a:pt x="0" y="411606"/>
                  </a:lnTo>
                  <a:lnTo>
                    <a:pt x="205739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3650741" y="15139796"/>
            <a:ext cx="58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8569452" y="15073909"/>
            <a:ext cx="2110740" cy="563880"/>
            <a:chOff x="8569452" y="15073909"/>
            <a:chExt cx="2110740" cy="563880"/>
          </a:xfrm>
        </p:grpSpPr>
        <p:pic>
          <p:nvPicPr>
            <p:cNvPr id="66" name="object 6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569452" y="15073909"/>
              <a:ext cx="2110740" cy="50137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49156" y="15076919"/>
              <a:ext cx="754379" cy="560844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624062" y="15097886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5" h="412115">
                  <a:moveTo>
                    <a:pt x="1805940" y="0"/>
                  </a:moveTo>
                  <a:lnTo>
                    <a:pt x="0" y="0"/>
                  </a:lnTo>
                  <a:lnTo>
                    <a:pt x="205740" y="205739"/>
                  </a:lnTo>
                  <a:lnTo>
                    <a:pt x="0" y="411606"/>
                  </a:lnTo>
                  <a:lnTo>
                    <a:pt x="1805940" y="411606"/>
                  </a:lnTo>
                  <a:lnTo>
                    <a:pt x="2011807" y="205739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624062" y="15097886"/>
              <a:ext cx="2012314" cy="412115"/>
            </a:xfrm>
            <a:custGeom>
              <a:avLst/>
              <a:gdLst/>
              <a:ahLst/>
              <a:cxnLst/>
              <a:rect l="l" t="t" r="r" b="b"/>
              <a:pathLst>
                <a:path w="2012315" h="412115">
                  <a:moveTo>
                    <a:pt x="0" y="0"/>
                  </a:moveTo>
                  <a:lnTo>
                    <a:pt x="1805940" y="0"/>
                  </a:lnTo>
                  <a:lnTo>
                    <a:pt x="2011807" y="205739"/>
                  </a:lnTo>
                  <a:lnTo>
                    <a:pt x="1805940" y="411606"/>
                  </a:lnTo>
                  <a:lnTo>
                    <a:pt x="0" y="411606"/>
                  </a:lnTo>
                  <a:lnTo>
                    <a:pt x="205740" y="2057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9417811" y="15139796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SDG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792095" y="4258767"/>
            <a:ext cx="71132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MINDMELD</a:t>
            </a:r>
            <a:r>
              <a:rPr dirty="0" sz="3200" spc="-4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:</a:t>
            </a:r>
            <a:r>
              <a:rPr dirty="0" sz="3200" spc="-2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AI</a:t>
            </a:r>
            <a:r>
              <a:rPr dirty="0" sz="3200" spc="-2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AGENT</a:t>
            </a:r>
            <a:r>
              <a:rPr dirty="0" sz="3200" spc="-40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BUILDER</a:t>
            </a:r>
            <a:r>
              <a:rPr dirty="0" sz="3200" spc="-45" b="1">
                <a:solidFill>
                  <a:srgbClr val="002C5A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2C5A"/>
                </a:solidFill>
                <a:latin typeface="Calibri"/>
                <a:cs typeface="Calibri"/>
              </a:rPr>
              <a:t>WEB</a:t>
            </a:r>
            <a:r>
              <a:rPr dirty="0" sz="3200" spc="-25" b="1">
                <a:solidFill>
                  <a:srgbClr val="002C5A"/>
                </a:solidFill>
                <a:latin typeface="Calibri"/>
                <a:cs typeface="Calibri"/>
              </a:rPr>
              <a:t> APP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810259" y="4964430"/>
            <a:ext cx="8322309" cy="3212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29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ABSTARCT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330"/>
              </a:spcBef>
            </a:pPr>
            <a:r>
              <a:rPr dirty="0" sz="1800" b="1">
                <a:latin typeface="Calibri"/>
                <a:cs typeface="Calibri"/>
              </a:rPr>
              <a:t>MindMeld: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AI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Agent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Builder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Web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converts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natural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language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prompts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structured </a:t>
            </a:r>
            <a:r>
              <a:rPr dirty="0" sz="1800">
                <a:latin typeface="Calibri"/>
                <a:cs typeface="Calibri"/>
              </a:rPr>
              <a:t>AI-agent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workflows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previewable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outputs.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master-</a:t>
            </a:r>
            <a:r>
              <a:rPr dirty="0" sz="1800">
                <a:latin typeface="Calibri"/>
                <a:cs typeface="Calibri"/>
              </a:rPr>
              <a:t>agent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approach,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 </a:t>
            </a:r>
            <a:r>
              <a:rPr dirty="0" sz="1800" spc="-10">
                <a:latin typeface="Calibri"/>
                <a:cs typeface="Calibri"/>
              </a:rPr>
              <a:t>creates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validates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workflows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DAGs,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dependency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checks,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topological </a:t>
            </a:r>
            <a:r>
              <a:rPr dirty="0" sz="1800">
                <a:latin typeface="Calibri"/>
                <a:cs typeface="Calibri"/>
              </a:rPr>
              <a:t>sorting.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Built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Next.js,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React,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TypeScript,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SDKs,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sandbox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environments,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 </a:t>
            </a:r>
            <a:r>
              <a:rPr dirty="0" sz="1800">
                <a:latin typeface="Calibri"/>
                <a:cs typeface="Calibri"/>
              </a:rPr>
              <a:t>supports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generation,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workflow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visualization,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previews,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iterative modifications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rapid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AI-driven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development.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platform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simplifies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AI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creation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transforming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ideas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into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executable,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transparent,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interactive </a:t>
            </a:r>
            <a:r>
              <a:rPr dirty="0" sz="1800" b="1">
                <a:latin typeface="Calibri"/>
                <a:cs typeface="Calibri"/>
              </a:rPr>
              <a:t>software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solutions.</a:t>
            </a:r>
            <a:endParaRPr sz="1800">
              <a:latin typeface="Calibri"/>
              <a:cs typeface="Calibri"/>
            </a:endParaRPr>
          </a:p>
          <a:p>
            <a:pPr marL="339725">
              <a:lnSpc>
                <a:spcPct val="100000"/>
              </a:lnSpc>
              <a:spcBef>
                <a:spcPts val="2160"/>
              </a:spcBef>
              <a:tabLst>
                <a:tab pos="6614159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91744" y="17127118"/>
            <a:ext cx="178181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Calibri"/>
                <a:cs typeface="Calibri"/>
              </a:rPr>
              <a:t>Prof.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Chetan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Kumar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V </a:t>
            </a:r>
            <a:r>
              <a:rPr dirty="0" sz="1600" spc="-10">
                <a:latin typeface="Calibri"/>
                <a:cs typeface="Calibri"/>
              </a:rPr>
              <a:t>Assistant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Professor CSE(AI&amp;ML)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827782" y="17127118"/>
            <a:ext cx="9969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Hardik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Jain </a:t>
            </a:r>
            <a:r>
              <a:rPr dirty="0" sz="1600" spc="-10">
                <a:latin typeface="Calibri"/>
                <a:cs typeface="Calibri"/>
              </a:rPr>
              <a:t>4PS22CI014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241917" y="5334508"/>
            <a:ext cx="2364486" cy="2137918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2914014" y="3386074"/>
            <a:ext cx="30048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935" marR="5080" indent="-73787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Department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CSE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Artificial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intelligence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Machine</a:t>
            </a:r>
            <a:r>
              <a:rPr dirty="0" sz="1400" spc="-10">
                <a:latin typeface="Calibri"/>
                <a:cs typeface="Calibri"/>
              </a:rPr>
              <a:t> Learning)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156709" y="17127118"/>
            <a:ext cx="9969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Vikas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RP </a:t>
            </a:r>
            <a:r>
              <a:rPr dirty="0" sz="1600" spc="-10">
                <a:latin typeface="Calibri"/>
                <a:cs typeface="Calibri"/>
              </a:rPr>
              <a:t>4PS22CI056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5485638" y="17127118"/>
            <a:ext cx="12827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Srinidhi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Prabhu 4PS22CI049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7139685" y="17127118"/>
            <a:ext cx="9975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Pranathi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35">
                <a:latin typeface="Calibri"/>
                <a:cs typeface="Calibri"/>
              </a:rPr>
              <a:t>BH </a:t>
            </a:r>
            <a:r>
              <a:rPr dirty="0" sz="1600" spc="-10">
                <a:latin typeface="Calibri"/>
                <a:cs typeface="Calibri"/>
              </a:rPr>
              <a:t>4PS22CI038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534504" y="2076069"/>
            <a:ext cx="11295380" cy="15076169"/>
            <a:chOff x="534504" y="2076069"/>
            <a:chExt cx="11295380" cy="15076169"/>
          </a:xfrm>
        </p:grpSpPr>
        <p:pic>
          <p:nvPicPr>
            <p:cNvPr id="81" name="object 8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08060" y="15541752"/>
              <a:ext cx="1005840" cy="1004315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4644" y="12340717"/>
              <a:ext cx="4404360" cy="2495042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664327" y="12219305"/>
              <a:ext cx="5978398" cy="2623312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34504" y="8302752"/>
              <a:ext cx="5506085" cy="313804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554216" y="9055862"/>
              <a:ext cx="2403602" cy="2499232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627495" y="8352421"/>
              <a:ext cx="5026787" cy="607174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11285" y="8948356"/>
              <a:ext cx="2818256" cy="1223835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011285" y="10090404"/>
              <a:ext cx="2680716" cy="1350391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80448" y="15570225"/>
              <a:ext cx="986002" cy="986002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732770" y="15560726"/>
              <a:ext cx="1016431" cy="1004265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12464" y="2076069"/>
              <a:ext cx="1408302" cy="1408303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1278" y="15596642"/>
              <a:ext cx="1555115" cy="1555102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899029" y="15899586"/>
              <a:ext cx="1055420" cy="105542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93235" y="15899586"/>
              <a:ext cx="1055420" cy="105542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87567" y="15899586"/>
              <a:ext cx="1055420" cy="1055420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081901" y="15899586"/>
              <a:ext cx="1055420" cy="1055420"/>
            </a:xfrm>
            <a:prstGeom prst="rect">
              <a:avLst/>
            </a:prstGeom>
          </p:spPr>
        </p:pic>
      </p:grpSp>
      <p:sp>
        <p:nvSpPr>
          <p:cNvPr id="97" name="object 97" descr=""/>
          <p:cNvSpPr txBox="1"/>
          <p:nvPr/>
        </p:nvSpPr>
        <p:spPr>
          <a:xfrm>
            <a:off x="8674100" y="16659555"/>
            <a:ext cx="1021080" cy="1093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SDG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9: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>Industry, Innovation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Infrastructure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9743693" y="16663796"/>
            <a:ext cx="74041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SDG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4: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Calibri"/>
                <a:cs typeface="Calibri"/>
              </a:rPr>
              <a:t>Quality </a:t>
            </a:r>
            <a:r>
              <a:rPr dirty="0" sz="1400" spc="-20">
                <a:latin typeface="Calibri"/>
                <a:cs typeface="Calibri"/>
              </a:rPr>
              <a:t>Education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10812906" y="16673321"/>
            <a:ext cx="724535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SDG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8: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>Decent Work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Economic Growth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355" y="493013"/>
            <a:ext cx="1905000" cy="1905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2863" y="493013"/>
            <a:ext cx="1905000" cy="1905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1363" y="5340938"/>
            <a:ext cx="11558270" cy="2351405"/>
            <a:chOff x="341363" y="5340938"/>
            <a:chExt cx="11558270" cy="23514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63" y="5340938"/>
              <a:ext cx="11558016" cy="23513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79831" y="5349874"/>
              <a:ext cx="11485245" cy="2286000"/>
            </a:xfrm>
            <a:custGeom>
              <a:avLst/>
              <a:gdLst/>
              <a:ahLst/>
              <a:cxnLst/>
              <a:rect l="l" t="t" r="r" b="b"/>
              <a:pathLst>
                <a:path w="11485245" h="2286000">
                  <a:moveTo>
                    <a:pt x="11104143" y="0"/>
                  </a:moveTo>
                  <a:lnTo>
                    <a:pt x="381000" y="0"/>
                  </a:lnTo>
                  <a:lnTo>
                    <a:pt x="333209" y="2921"/>
                  </a:lnTo>
                  <a:lnTo>
                    <a:pt x="287185" y="11556"/>
                  </a:lnTo>
                  <a:lnTo>
                    <a:pt x="243293" y="25526"/>
                  </a:lnTo>
                  <a:lnTo>
                    <a:pt x="201891" y="44576"/>
                  </a:lnTo>
                  <a:lnTo>
                    <a:pt x="163322" y="68199"/>
                  </a:lnTo>
                  <a:lnTo>
                    <a:pt x="127965" y="96139"/>
                  </a:lnTo>
                  <a:lnTo>
                    <a:pt x="96151" y="127889"/>
                  </a:lnTo>
                  <a:lnTo>
                    <a:pt x="68262" y="163195"/>
                  </a:lnTo>
                  <a:lnTo>
                    <a:pt x="44640" y="201802"/>
                  </a:lnTo>
                  <a:lnTo>
                    <a:pt x="25641" y="243204"/>
                  </a:lnTo>
                  <a:lnTo>
                    <a:pt x="11633" y="287147"/>
                  </a:lnTo>
                  <a:lnTo>
                    <a:pt x="2971" y="333121"/>
                  </a:lnTo>
                  <a:lnTo>
                    <a:pt x="0" y="381000"/>
                  </a:lnTo>
                  <a:lnTo>
                    <a:pt x="0" y="1905000"/>
                  </a:lnTo>
                  <a:lnTo>
                    <a:pt x="2971" y="1952752"/>
                  </a:lnTo>
                  <a:lnTo>
                    <a:pt x="11633" y="1998726"/>
                  </a:lnTo>
                  <a:lnTo>
                    <a:pt x="25641" y="2042668"/>
                  </a:lnTo>
                  <a:lnTo>
                    <a:pt x="44640" y="2084070"/>
                  </a:lnTo>
                  <a:lnTo>
                    <a:pt x="68262" y="2122678"/>
                  </a:lnTo>
                  <a:lnTo>
                    <a:pt x="96151" y="2157983"/>
                  </a:lnTo>
                  <a:lnTo>
                    <a:pt x="127965" y="2189733"/>
                  </a:lnTo>
                  <a:lnTo>
                    <a:pt x="163322" y="2217674"/>
                  </a:lnTo>
                  <a:lnTo>
                    <a:pt x="201891" y="2241296"/>
                  </a:lnTo>
                  <a:lnTo>
                    <a:pt x="243293" y="2260346"/>
                  </a:lnTo>
                  <a:lnTo>
                    <a:pt x="287185" y="2274316"/>
                  </a:lnTo>
                  <a:lnTo>
                    <a:pt x="333209" y="2282952"/>
                  </a:lnTo>
                  <a:lnTo>
                    <a:pt x="381000" y="2286000"/>
                  </a:lnTo>
                  <a:lnTo>
                    <a:pt x="11104143" y="2286000"/>
                  </a:lnTo>
                  <a:lnTo>
                    <a:pt x="11151895" y="2282952"/>
                  </a:lnTo>
                  <a:lnTo>
                    <a:pt x="11197869" y="2274316"/>
                  </a:lnTo>
                  <a:lnTo>
                    <a:pt x="11241811" y="2260346"/>
                  </a:lnTo>
                  <a:lnTo>
                    <a:pt x="11283213" y="2241296"/>
                  </a:lnTo>
                  <a:lnTo>
                    <a:pt x="11321821" y="2217674"/>
                  </a:lnTo>
                  <a:lnTo>
                    <a:pt x="11357127" y="2189733"/>
                  </a:lnTo>
                  <a:lnTo>
                    <a:pt x="11389004" y="2157983"/>
                  </a:lnTo>
                  <a:lnTo>
                    <a:pt x="11416817" y="2122678"/>
                  </a:lnTo>
                  <a:lnTo>
                    <a:pt x="11440439" y="2084070"/>
                  </a:lnTo>
                  <a:lnTo>
                    <a:pt x="11459489" y="2042668"/>
                  </a:lnTo>
                  <a:lnTo>
                    <a:pt x="11473459" y="1998726"/>
                  </a:lnTo>
                  <a:lnTo>
                    <a:pt x="11482222" y="1952752"/>
                  </a:lnTo>
                  <a:lnTo>
                    <a:pt x="11485143" y="1905000"/>
                  </a:lnTo>
                  <a:lnTo>
                    <a:pt x="11485143" y="381000"/>
                  </a:lnTo>
                  <a:lnTo>
                    <a:pt x="11482222" y="333121"/>
                  </a:lnTo>
                  <a:lnTo>
                    <a:pt x="11473459" y="287147"/>
                  </a:lnTo>
                  <a:lnTo>
                    <a:pt x="11459489" y="243204"/>
                  </a:lnTo>
                  <a:lnTo>
                    <a:pt x="11440439" y="201802"/>
                  </a:lnTo>
                  <a:lnTo>
                    <a:pt x="11416817" y="163195"/>
                  </a:lnTo>
                  <a:lnTo>
                    <a:pt x="11389004" y="127889"/>
                  </a:lnTo>
                  <a:lnTo>
                    <a:pt x="11357127" y="96139"/>
                  </a:lnTo>
                  <a:lnTo>
                    <a:pt x="11321821" y="68199"/>
                  </a:lnTo>
                  <a:lnTo>
                    <a:pt x="11283213" y="44576"/>
                  </a:lnTo>
                  <a:lnTo>
                    <a:pt x="11241811" y="25526"/>
                  </a:lnTo>
                  <a:lnTo>
                    <a:pt x="11197869" y="11556"/>
                  </a:lnTo>
                  <a:lnTo>
                    <a:pt x="11151895" y="2921"/>
                  </a:lnTo>
                  <a:lnTo>
                    <a:pt x="11104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79831" y="5349874"/>
              <a:ext cx="11485245" cy="2286000"/>
            </a:xfrm>
            <a:custGeom>
              <a:avLst/>
              <a:gdLst/>
              <a:ahLst/>
              <a:cxnLst/>
              <a:rect l="l" t="t" r="r" b="b"/>
              <a:pathLst>
                <a:path w="11485245" h="2286000">
                  <a:moveTo>
                    <a:pt x="0" y="381000"/>
                  </a:moveTo>
                  <a:lnTo>
                    <a:pt x="2971" y="333121"/>
                  </a:lnTo>
                  <a:lnTo>
                    <a:pt x="11633" y="287147"/>
                  </a:lnTo>
                  <a:lnTo>
                    <a:pt x="25641" y="243204"/>
                  </a:lnTo>
                  <a:lnTo>
                    <a:pt x="44640" y="201802"/>
                  </a:lnTo>
                  <a:lnTo>
                    <a:pt x="68262" y="163195"/>
                  </a:lnTo>
                  <a:lnTo>
                    <a:pt x="96151" y="127889"/>
                  </a:lnTo>
                  <a:lnTo>
                    <a:pt x="127965" y="96139"/>
                  </a:lnTo>
                  <a:lnTo>
                    <a:pt x="163322" y="68199"/>
                  </a:lnTo>
                  <a:lnTo>
                    <a:pt x="201891" y="44576"/>
                  </a:lnTo>
                  <a:lnTo>
                    <a:pt x="243293" y="25526"/>
                  </a:lnTo>
                  <a:lnTo>
                    <a:pt x="287185" y="11556"/>
                  </a:lnTo>
                  <a:lnTo>
                    <a:pt x="333209" y="2921"/>
                  </a:lnTo>
                  <a:lnTo>
                    <a:pt x="381000" y="0"/>
                  </a:lnTo>
                  <a:lnTo>
                    <a:pt x="11104143" y="0"/>
                  </a:lnTo>
                  <a:lnTo>
                    <a:pt x="11151895" y="2921"/>
                  </a:lnTo>
                  <a:lnTo>
                    <a:pt x="11197869" y="11556"/>
                  </a:lnTo>
                  <a:lnTo>
                    <a:pt x="11241811" y="25526"/>
                  </a:lnTo>
                  <a:lnTo>
                    <a:pt x="11283213" y="44576"/>
                  </a:lnTo>
                  <a:lnTo>
                    <a:pt x="11321821" y="68199"/>
                  </a:lnTo>
                  <a:lnTo>
                    <a:pt x="11357127" y="96139"/>
                  </a:lnTo>
                  <a:lnTo>
                    <a:pt x="11389004" y="127889"/>
                  </a:lnTo>
                  <a:lnTo>
                    <a:pt x="11416817" y="163195"/>
                  </a:lnTo>
                  <a:lnTo>
                    <a:pt x="11440439" y="201802"/>
                  </a:lnTo>
                  <a:lnTo>
                    <a:pt x="11459489" y="243204"/>
                  </a:lnTo>
                  <a:lnTo>
                    <a:pt x="11473459" y="287147"/>
                  </a:lnTo>
                  <a:lnTo>
                    <a:pt x="11482222" y="333121"/>
                  </a:lnTo>
                  <a:lnTo>
                    <a:pt x="11485143" y="381000"/>
                  </a:lnTo>
                  <a:lnTo>
                    <a:pt x="11485143" y="1905000"/>
                  </a:lnTo>
                  <a:lnTo>
                    <a:pt x="11482222" y="1952752"/>
                  </a:lnTo>
                  <a:lnTo>
                    <a:pt x="11473459" y="1998726"/>
                  </a:lnTo>
                  <a:lnTo>
                    <a:pt x="11459489" y="2042668"/>
                  </a:lnTo>
                  <a:lnTo>
                    <a:pt x="11440439" y="2084070"/>
                  </a:lnTo>
                  <a:lnTo>
                    <a:pt x="11416817" y="2122678"/>
                  </a:lnTo>
                  <a:lnTo>
                    <a:pt x="11389004" y="2157983"/>
                  </a:lnTo>
                  <a:lnTo>
                    <a:pt x="11357127" y="2189733"/>
                  </a:lnTo>
                  <a:lnTo>
                    <a:pt x="11321821" y="2217674"/>
                  </a:lnTo>
                  <a:lnTo>
                    <a:pt x="11283213" y="2241296"/>
                  </a:lnTo>
                  <a:lnTo>
                    <a:pt x="11241811" y="2260346"/>
                  </a:lnTo>
                  <a:lnTo>
                    <a:pt x="11197869" y="2274316"/>
                  </a:lnTo>
                  <a:lnTo>
                    <a:pt x="11151895" y="2282952"/>
                  </a:lnTo>
                  <a:lnTo>
                    <a:pt x="11104143" y="2286000"/>
                  </a:lnTo>
                  <a:lnTo>
                    <a:pt x="381000" y="2286000"/>
                  </a:lnTo>
                  <a:lnTo>
                    <a:pt x="333209" y="2282952"/>
                  </a:lnTo>
                  <a:lnTo>
                    <a:pt x="287185" y="2274316"/>
                  </a:lnTo>
                  <a:lnTo>
                    <a:pt x="243293" y="2260346"/>
                  </a:lnTo>
                  <a:lnTo>
                    <a:pt x="201891" y="2241296"/>
                  </a:lnTo>
                  <a:lnTo>
                    <a:pt x="163322" y="2217674"/>
                  </a:lnTo>
                  <a:lnTo>
                    <a:pt x="127965" y="2189733"/>
                  </a:lnTo>
                  <a:lnTo>
                    <a:pt x="96151" y="2157983"/>
                  </a:lnTo>
                  <a:lnTo>
                    <a:pt x="68262" y="2122678"/>
                  </a:lnTo>
                  <a:lnTo>
                    <a:pt x="44640" y="2084070"/>
                  </a:lnTo>
                  <a:lnTo>
                    <a:pt x="25641" y="2042668"/>
                  </a:lnTo>
                  <a:lnTo>
                    <a:pt x="11633" y="1998726"/>
                  </a:lnTo>
                  <a:lnTo>
                    <a:pt x="2971" y="1952752"/>
                  </a:lnTo>
                  <a:lnTo>
                    <a:pt x="0" y="190500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33743" y="7826601"/>
            <a:ext cx="5377180" cy="3907790"/>
            <a:chOff x="333743" y="7826601"/>
            <a:chExt cx="5377180" cy="390779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743" y="7826601"/>
              <a:ext cx="5376672" cy="39073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72795" y="7836153"/>
              <a:ext cx="5303520" cy="3840479"/>
            </a:xfrm>
            <a:custGeom>
              <a:avLst/>
              <a:gdLst/>
              <a:ahLst/>
              <a:cxnLst/>
              <a:rect l="l" t="t" r="r" b="b"/>
              <a:pathLst>
                <a:path w="5303520" h="3840479">
                  <a:moveTo>
                    <a:pt x="4663389" y="0"/>
                  </a:moveTo>
                  <a:lnTo>
                    <a:pt x="640092" y="0"/>
                  </a:lnTo>
                  <a:lnTo>
                    <a:pt x="592315" y="1650"/>
                  </a:lnTo>
                  <a:lnTo>
                    <a:pt x="545503" y="6857"/>
                  </a:lnTo>
                  <a:lnTo>
                    <a:pt x="499757" y="15367"/>
                  </a:lnTo>
                  <a:lnTo>
                    <a:pt x="455218" y="27050"/>
                  </a:lnTo>
                  <a:lnTo>
                    <a:pt x="412013" y="41782"/>
                  </a:lnTo>
                  <a:lnTo>
                    <a:pt x="370243" y="59436"/>
                  </a:lnTo>
                  <a:lnTo>
                    <a:pt x="330047" y="79882"/>
                  </a:lnTo>
                  <a:lnTo>
                    <a:pt x="291553" y="102997"/>
                  </a:lnTo>
                  <a:lnTo>
                    <a:pt x="254876" y="128777"/>
                  </a:lnTo>
                  <a:lnTo>
                    <a:pt x="220141" y="156972"/>
                  </a:lnTo>
                  <a:lnTo>
                    <a:pt x="187477" y="187451"/>
                  </a:lnTo>
                  <a:lnTo>
                    <a:pt x="156997" y="220091"/>
                  </a:lnTo>
                  <a:lnTo>
                    <a:pt x="128841" y="254762"/>
                  </a:lnTo>
                  <a:lnTo>
                    <a:pt x="103123" y="291465"/>
                  </a:lnTo>
                  <a:lnTo>
                    <a:pt x="79959" y="329946"/>
                  </a:lnTo>
                  <a:lnTo>
                    <a:pt x="59486" y="370204"/>
                  </a:lnTo>
                  <a:lnTo>
                    <a:pt x="41833" y="411861"/>
                  </a:lnTo>
                  <a:lnTo>
                    <a:pt x="27101" y="455168"/>
                  </a:lnTo>
                  <a:lnTo>
                    <a:pt x="15430" y="499618"/>
                  </a:lnTo>
                  <a:lnTo>
                    <a:pt x="6934" y="545465"/>
                  </a:lnTo>
                  <a:lnTo>
                    <a:pt x="1752" y="592201"/>
                  </a:lnTo>
                  <a:lnTo>
                    <a:pt x="0" y="640079"/>
                  </a:lnTo>
                  <a:lnTo>
                    <a:pt x="0" y="3200273"/>
                  </a:lnTo>
                  <a:lnTo>
                    <a:pt x="1752" y="3248025"/>
                  </a:lnTo>
                  <a:lnTo>
                    <a:pt x="6934" y="3294761"/>
                  </a:lnTo>
                  <a:lnTo>
                    <a:pt x="15430" y="3340607"/>
                  </a:lnTo>
                  <a:lnTo>
                    <a:pt x="27101" y="3385057"/>
                  </a:lnTo>
                  <a:lnTo>
                    <a:pt x="41833" y="3428365"/>
                  </a:lnTo>
                  <a:lnTo>
                    <a:pt x="59486" y="3470148"/>
                  </a:lnTo>
                  <a:lnTo>
                    <a:pt x="79959" y="3510279"/>
                  </a:lnTo>
                  <a:lnTo>
                    <a:pt x="103123" y="3548761"/>
                  </a:lnTo>
                  <a:lnTo>
                    <a:pt x="128841" y="3585464"/>
                  </a:lnTo>
                  <a:lnTo>
                    <a:pt x="156997" y="3620262"/>
                  </a:lnTo>
                  <a:lnTo>
                    <a:pt x="187477" y="3652901"/>
                  </a:lnTo>
                  <a:lnTo>
                    <a:pt x="220141" y="3683380"/>
                  </a:lnTo>
                  <a:lnTo>
                    <a:pt x="254876" y="3711575"/>
                  </a:lnTo>
                  <a:lnTo>
                    <a:pt x="291553" y="3737229"/>
                  </a:lnTo>
                  <a:lnTo>
                    <a:pt x="330047" y="3760470"/>
                  </a:lnTo>
                  <a:lnTo>
                    <a:pt x="370243" y="3780917"/>
                  </a:lnTo>
                  <a:lnTo>
                    <a:pt x="412013" y="3798570"/>
                  </a:lnTo>
                  <a:lnTo>
                    <a:pt x="455218" y="3813302"/>
                  </a:lnTo>
                  <a:lnTo>
                    <a:pt x="499757" y="3824986"/>
                  </a:lnTo>
                  <a:lnTo>
                    <a:pt x="545503" y="3833495"/>
                  </a:lnTo>
                  <a:lnTo>
                    <a:pt x="592315" y="3838702"/>
                  </a:lnTo>
                  <a:lnTo>
                    <a:pt x="640092" y="3840479"/>
                  </a:lnTo>
                  <a:lnTo>
                    <a:pt x="4663389" y="3840479"/>
                  </a:lnTo>
                  <a:lnTo>
                    <a:pt x="4711141" y="3838702"/>
                  </a:lnTo>
                  <a:lnTo>
                    <a:pt x="4758004" y="3833495"/>
                  </a:lnTo>
                  <a:lnTo>
                    <a:pt x="4803724" y="3824986"/>
                  </a:lnTo>
                  <a:lnTo>
                    <a:pt x="4848301" y="3813302"/>
                  </a:lnTo>
                  <a:lnTo>
                    <a:pt x="4891481" y="3798570"/>
                  </a:lnTo>
                  <a:lnTo>
                    <a:pt x="4933264" y="3780917"/>
                  </a:lnTo>
                  <a:lnTo>
                    <a:pt x="4973396" y="3760470"/>
                  </a:lnTo>
                  <a:lnTo>
                    <a:pt x="5012004" y="3737229"/>
                  </a:lnTo>
                  <a:lnTo>
                    <a:pt x="5048580" y="3711575"/>
                  </a:lnTo>
                  <a:lnTo>
                    <a:pt x="5083378" y="3683380"/>
                  </a:lnTo>
                  <a:lnTo>
                    <a:pt x="5116017" y="3652901"/>
                  </a:lnTo>
                  <a:lnTo>
                    <a:pt x="5146497" y="3620262"/>
                  </a:lnTo>
                  <a:lnTo>
                    <a:pt x="5174691" y="3585464"/>
                  </a:lnTo>
                  <a:lnTo>
                    <a:pt x="5200345" y="3548761"/>
                  </a:lnTo>
                  <a:lnTo>
                    <a:pt x="5223459" y="3510279"/>
                  </a:lnTo>
                  <a:lnTo>
                    <a:pt x="5244033" y="3470148"/>
                  </a:lnTo>
                  <a:lnTo>
                    <a:pt x="5261686" y="3428365"/>
                  </a:lnTo>
                  <a:lnTo>
                    <a:pt x="5276418" y="3385057"/>
                  </a:lnTo>
                  <a:lnTo>
                    <a:pt x="5288102" y="3340607"/>
                  </a:lnTo>
                  <a:lnTo>
                    <a:pt x="5296484" y="3294761"/>
                  </a:lnTo>
                  <a:lnTo>
                    <a:pt x="5301691" y="3248025"/>
                  </a:lnTo>
                  <a:lnTo>
                    <a:pt x="5303469" y="3200273"/>
                  </a:lnTo>
                  <a:lnTo>
                    <a:pt x="5303469" y="640079"/>
                  </a:lnTo>
                  <a:lnTo>
                    <a:pt x="5301691" y="592201"/>
                  </a:lnTo>
                  <a:lnTo>
                    <a:pt x="5296484" y="545465"/>
                  </a:lnTo>
                  <a:lnTo>
                    <a:pt x="5288102" y="499618"/>
                  </a:lnTo>
                  <a:lnTo>
                    <a:pt x="5276418" y="455168"/>
                  </a:lnTo>
                  <a:lnTo>
                    <a:pt x="5261686" y="411861"/>
                  </a:lnTo>
                  <a:lnTo>
                    <a:pt x="5244033" y="370204"/>
                  </a:lnTo>
                  <a:lnTo>
                    <a:pt x="5223459" y="329946"/>
                  </a:lnTo>
                  <a:lnTo>
                    <a:pt x="5200345" y="291465"/>
                  </a:lnTo>
                  <a:lnTo>
                    <a:pt x="5174691" y="254762"/>
                  </a:lnTo>
                  <a:lnTo>
                    <a:pt x="5146497" y="220091"/>
                  </a:lnTo>
                  <a:lnTo>
                    <a:pt x="5116017" y="187451"/>
                  </a:lnTo>
                  <a:lnTo>
                    <a:pt x="5083378" y="156972"/>
                  </a:lnTo>
                  <a:lnTo>
                    <a:pt x="5048580" y="128777"/>
                  </a:lnTo>
                  <a:lnTo>
                    <a:pt x="5012004" y="102997"/>
                  </a:lnTo>
                  <a:lnTo>
                    <a:pt x="4973396" y="79882"/>
                  </a:lnTo>
                  <a:lnTo>
                    <a:pt x="4933264" y="59436"/>
                  </a:lnTo>
                  <a:lnTo>
                    <a:pt x="4891481" y="41782"/>
                  </a:lnTo>
                  <a:lnTo>
                    <a:pt x="4848301" y="27050"/>
                  </a:lnTo>
                  <a:lnTo>
                    <a:pt x="4803724" y="15367"/>
                  </a:lnTo>
                  <a:lnTo>
                    <a:pt x="4758004" y="6857"/>
                  </a:lnTo>
                  <a:lnTo>
                    <a:pt x="4711141" y="1650"/>
                  </a:lnTo>
                  <a:lnTo>
                    <a:pt x="466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2795" y="7836153"/>
              <a:ext cx="5303520" cy="3840479"/>
            </a:xfrm>
            <a:custGeom>
              <a:avLst/>
              <a:gdLst/>
              <a:ahLst/>
              <a:cxnLst/>
              <a:rect l="l" t="t" r="r" b="b"/>
              <a:pathLst>
                <a:path w="5303520" h="3840479">
                  <a:moveTo>
                    <a:pt x="0" y="640079"/>
                  </a:moveTo>
                  <a:lnTo>
                    <a:pt x="1752" y="592201"/>
                  </a:lnTo>
                  <a:lnTo>
                    <a:pt x="6934" y="545465"/>
                  </a:lnTo>
                  <a:lnTo>
                    <a:pt x="15430" y="499618"/>
                  </a:lnTo>
                  <a:lnTo>
                    <a:pt x="27101" y="455168"/>
                  </a:lnTo>
                  <a:lnTo>
                    <a:pt x="41833" y="411861"/>
                  </a:lnTo>
                  <a:lnTo>
                    <a:pt x="59486" y="370204"/>
                  </a:lnTo>
                  <a:lnTo>
                    <a:pt x="79959" y="329946"/>
                  </a:lnTo>
                  <a:lnTo>
                    <a:pt x="103123" y="291465"/>
                  </a:lnTo>
                  <a:lnTo>
                    <a:pt x="128841" y="254762"/>
                  </a:lnTo>
                  <a:lnTo>
                    <a:pt x="156997" y="220091"/>
                  </a:lnTo>
                  <a:lnTo>
                    <a:pt x="187477" y="187451"/>
                  </a:lnTo>
                  <a:lnTo>
                    <a:pt x="220141" y="156972"/>
                  </a:lnTo>
                  <a:lnTo>
                    <a:pt x="254876" y="128777"/>
                  </a:lnTo>
                  <a:lnTo>
                    <a:pt x="291553" y="102997"/>
                  </a:lnTo>
                  <a:lnTo>
                    <a:pt x="330047" y="79882"/>
                  </a:lnTo>
                  <a:lnTo>
                    <a:pt x="370243" y="59436"/>
                  </a:lnTo>
                  <a:lnTo>
                    <a:pt x="412013" y="41782"/>
                  </a:lnTo>
                  <a:lnTo>
                    <a:pt x="455218" y="27050"/>
                  </a:lnTo>
                  <a:lnTo>
                    <a:pt x="499757" y="15367"/>
                  </a:lnTo>
                  <a:lnTo>
                    <a:pt x="545503" y="6857"/>
                  </a:lnTo>
                  <a:lnTo>
                    <a:pt x="592315" y="1650"/>
                  </a:lnTo>
                  <a:lnTo>
                    <a:pt x="640092" y="0"/>
                  </a:lnTo>
                  <a:lnTo>
                    <a:pt x="4663389" y="0"/>
                  </a:lnTo>
                  <a:lnTo>
                    <a:pt x="4711141" y="1650"/>
                  </a:lnTo>
                  <a:lnTo>
                    <a:pt x="4758004" y="6857"/>
                  </a:lnTo>
                  <a:lnTo>
                    <a:pt x="4803724" y="15367"/>
                  </a:lnTo>
                  <a:lnTo>
                    <a:pt x="4848301" y="27050"/>
                  </a:lnTo>
                  <a:lnTo>
                    <a:pt x="4891481" y="41782"/>
                  </a:lnTo>
                  <a:lnTo>
                    <a:pt x="4933264" y="59436"/>
                  </a:lnTo>
                  <a:lnTo>
                    <a:pt x="4973396" y="79882"/>
                  </a:lnTo>
                  <a:lnTo>
                    <a:pt x="5012004" y="102997"/>
                  </a:lnTo>
                  <a:lnTo>
                    <a:pt x="5048580" y="128777"/>
                  </a:lnTo>
                  <a:lnTo>
                    <a:pt x="5083378" y="156972"/>
                  </a:lnTo>
                  <a:lnTo>
                    <a:pt x="5116017" y="187451"/>
                  </a:lnTo>
                  <a:lnTo>
                    <a:pt x="5146497" y="220091"/>
                  </a:lnTo>
                  <a:lnTo>
                    <a:pt x="5174691" y="254762"/>
                  </a:lnTo>
                  <a:lnTo>
                    <a:pt x="5200345" y="291465"/>
                  </a:lnTo>
                  <a:lnTo>
                    <a:pt x="5223459" y="329946"/>
                  </a:lnTo>
                  <a:lnTo>
                    <a:pt x="5244033" y="370204"/>
                  </a:lnTo>
                  <a:lnTo>
                    <a:pt x="5261686" y="411861"/>
                  </a:lnTo>
                  <a:lnTo>
                    <a:pt x="5276418" y="455168"/>
                  </a:lnTo>
                  <a:lnTo>
                    <a:pt x="5288102" y="499618"/>
                  </a:lnTo>
                  <a:lnTo>
                    <a:pt x="5296484" y="545465"/>
                  </a:lnTo>
                  <a:lnTo>
                    <a:pt x="5301691" y="592201"/>
                  </a:lnTo>
                  <a:lnTo>
                    <a:pt x="5303469" y="640079"/>
                  </a:lnTo>
                  <a:lnTo>
                    <a:pt x="5303469" y="3200273"/>
                  </a:lnTo>
                  <a:lnTo>
                    <a:pt x="5301691" y="3248025"/>
                  </a:lnTo>
                  <a:lnTo>
                    <a:pt x="5296484" y="3294761"/>
                  </a:lnTo>
                  <a:lnTo>
                    <a:pt x="5288102" y="3340607"/>
                  </a:lnTo>
                  <a:lnTo>
                    <a:pt x="5276418" y="3385057"/>
                  </a:lnTo>
                  <a:lnTo>
                    <a:pt x="5261686" y="3428365"/>
                  </a:lnTo>
                  <a:lnTo>
                    <a:pt x="5244033" y="3470148"/>
                  </a:lnTo>
                  <a:lnTo>
                    <a:pt x="5223459" y="3510279"/>
                  </a:lnTo>
                  <a:lnTo>
                    <a:pt x="5200345" y="3548761"/>
                  </a:lnTo>
                  <a:lnTo>
                    <a:pt x="5174691" y="3585464"/>
                  </a:lnTo>
                  <a:lnTo>
                    <a:pt x="5146497" y="3620262"/>
                  </a:lnTo>
                  <a:lnTo>
                    <a:pt x="5116017" y="3652901"/>
                  </a:lnTo>
                  <a:lnTo>
                    <a:pt x="5083378" y="3683380"/>
                  </a:lnTo>
                  <a:lnTo>
                    <a:pt x="5048580" y="3711575"/>
                  </a:lnTo>
                  <a:lnTo>
                    <a:pt x="5012004" y="3737229"/>
                  </a:lnTo>
                  <a:lnTo>
                    <a:pt x="4973396" y="3760470"/>
                  </a:lnTo>
                  <a:lnTo>
                    <a:pt x="4933264" y="3780917"/>
                  </a:lnTo>
                  <a:lnTo>
                    <a:pt x="4891481" y="3798570"/>
                  </a:lnTo>
                  <a:lnTo>
                    <a:pt x="4848301" y="3813302"/>
                  </a:lnTo>
                  <a:lnTo>
                    <a:pt x="4803724" y="3824986"/>
                  </a:lnTo>
                  <a:lnTo>
                    <a:pt x="4758004" y="3833495"/>
                  </a:lnTo>
                  <a:lnTo>
                    <a:pt x="4711141" y="3838702"/>
                  </a:lnTo>
                  <a:lnTo>
                    <a:pt x="4663389" y="3840479"/>
                  </a:lnTo>
                  <a:lnTo>
                    <a:pt x="640092" y="3840479"/>
                  </a:lnTo>
                  <a:lnTo>
                    <a:pt x="592315" y="3838702"/>
                  </a:lnTo>
                  <a:lnTo>
                    <a:pt x="545503" y="3833495"/>
                  </a:lnTo>
                  <a:lnTo>
                    <a:pt x="499757" y="3824986"/>
                  </a:lnTo>
                  <a:lnTo>
                    <a:pt x="455218" y="3813302"/>
                  </a:lnTo>
                  <a:lnTo>
                    <a:pt x="412013" y="3798570"/>
                  </a:lnTo>
                  <a:lnTo>
                    <a:pt x="370243" y="3780917"/>
                  </a:lnTo>
                  <a:lnTo>
                    <a:pt x="330047" y="3760470"/>
                  </a:lnTo>
                  <a:lnTo>
                    <a:pt x="291553" y="3737229"/>
                  </a:lnTo>
                  <a:lnTo>
                    <a:pt x="254876" y="3711575"/>
                  </a:lnTo>
                  <a:lnTo>
                    <a:pt x="220141" y="3683380"/>
                  </a:lnTo>
                  <a:lnTo>
                    <a:pt x="187477" y="3652901"/>
                  </a:lnTo>
                  <a:lnTo>
                    <a:pt x="156997" y="3620262"/>
                  </a:lnTo>
                  <a:lnTo>
                    <a:pt x="128841" y="3585464"/>
                  </a:lnTo>
                  <a:lnTo>
                    <a:pt x="103123" y="3548761"/>
                  </a:lnTo>
                  <a:lnTo>
                    <a:pt x="79959" y="3510279"/>
                  </a:lnTo>
                  <a:lnTo>
                    <a:pt x="59486" y="3470148"/>
                  </a:lnTo>
                  <a:lnTo>
                    <a:pt x="41833" y="3428365"/>
                  </a:lnTo>
                  <a:lnTo>
                    <a:pt x="27101" y="3385057"/>
                  </a:lnTo>
                  <a:lnTo>
                    <a:pt x="15430" y="3340607"/>
                  </a:lnTo>
                  <a:lnTo>
                    <a:pt x="6934" y="3294761"/>
                  </a:lnTo>
                  <a:lnTo>
                    <a:pt x="1752" y="3248025"/>
                  </a:lnTo>
                  <a:lnTo>
                    <a:pt x="0" y="3200273"/>
                  </a:lnTo>
                  <a:lnTo>
                    <a:pt x="0" y="640079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333744" y="7826601"/>
            <a:ext cx="5558155" cy="3907790"/>
            <a:chOff x="6333744" y="7826601"/>
            <a:chExt cx="5558155" cy="3907790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3744" y="7826601"/>
              <a:ext cx="5558028" cy="390730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371463" y="7836153"/>
              <a:ext cx="5486400" cy="3840479"/>
            </a:xfrm>
            <a:custGeom>
              <a:avLst/>
              <a:gdLst/>
              <a:ahLst/>
              <a:cxnLst/>
              <a:rect l="l" t="t" r="r" b="b"/>
              <a:pathLst>
                <a:path w="5486400" h="3840479">
                  <a:moveTo>
                    <a:pt x="4846320" y="0"/>
                  </a:moveTo>
                  <a:lnTo>
                    <a:pt x="640080" y="0"/>
                  </a:lnTo>
                  <a:lnTo>
                    <a:pt x="592328" y="1650"/>
                  </a:lnTo>
                  <a:lnTo>
                    <a:pt x="545464" y="6857"/>
                  </a:lnTo>
                  <a:lnTo>
                    <a:pt x="499744" y="15367"/>
                  </a:lnTo>
                  <a:lnTo>
                    <a:pt x="455294" y="27050"/>
                  </a:lnTo>
                  <a:lnTo>
                    <a:pt x="411988" y="41782"/>
                  </a:lnTo>
                  <a:lnTo>
                    <a:pt x="370205" y="59436"/>
                  </a:lnTo>
                  <a:lnTo>
                    <a:pt x="330072" y="79882"/>
                  </a:lnTo>
                  <a:lnTo>
                    <a:pt x="291591" y="102997"/>
                  </a:lnTo>
                  <a:lnTo>
                    <a:pt x="254888" y="128777"/>
                  </a:lnTo>
                  <a:lnTo>
                    <a:pt x="220217" y="156972"/>
                  </a:lnTo>
                  <a:lnTo>
                    <a:pt x="187452" y="187451"/>
                  </a:lnTo>
                  <a:lnTo>
                    <a:pt x="156971" y="220091"/>
                  </a:lnTo>
                  <a:lnTo>
                    <a:pt x="128904" y="254762"/>
                  </a:lnTo>
                  <a:lnTo>
                    <a:pt x="103124" y="291465"/>
                  </a:lnTo>
                  <a:lnTo>
                    <a:pt x="80010" y="329946"/>
                  </a:lnTo>
                  <a:lnTo>
                    <a:pt x="59562" y="370204"/>
                  </a:lnTo>
                  <a:lnTo>
                    <a:pt x="41783" y="411861"/>
                  </a:lnTo>
                  <a:lnTo>
                    <a:pt x="27050" y="455168"/>
                  </a:lnTo>
                  <a:lnTo>
                    <a:pt x="15494" y="499618"/>
                  </a:lnTo>
                  <a:lnTo>
                    <a:pt x="6985" y="545465"/>
                  </a:lnTo>
                  <a:lnTo>
                    <a:pt x="1777" y="592201"/>
                  </a:lnTo>
                  <a:lnTo>
                    <a:pt x="0" y="640079"/>
                  </a:lnTo>
                  <a:lnTo>
                    <a:pt x="0" y="3200273"/>
                  </a:lnTo>
                  <a:lnTo>
                    <a:pt x="1777" y="3248025"/>
                  </a:lnTo>
                  <a:lnTo>
                    <a:pt x="6985" y="3294761"/>
                  </a:lnTo>
                  <a:lnTo>
                    <a:pt x="15494" y="3340607"/>
                  </a:lnTo>
                  <a:lnTo>
                    <a:pt x="27050" y="3385057"/>
                  </a:lnTo>
                  <a:lnTo>
                    <a:pt x="41783" y="3428365"/>
                  </a:lnTo>
                  <a:lnTo>
                    <a:pt x="59562" y="3470148"/>
                  </a:lnTo>
                  <a:lnTo>
                    <a:pt x="80010" y="3510279"/>
                  </a:lnTo>
                  <a:lnTo>
                    <a:pt x="103124" y="3548761"/>
                  </a:lnTo>
                  <a:lnTo>
                    <a:pt x="128904" y="3585464"/>
                  </a:lnTo>
                  <a:lnTo>
                    <a:pt x="156971" y="3620262"/>
                  </a:lnTo>
                  <a:lnTo>
                    <a:pt x="187452" y="3652901"/>
                  </a:lnTo>
                  <a:lnTo>
                    <a:pt x="220217" y="3683380"/>
                  </a:lnTo>
                  <a:lnTo>
                    <a:pt x="254888" y="3711575"/>
                  </a:lnTo>
                  <a:lnTo>
                    <a:pt x="291591" y="3737229"/>
                  </a:lnTo>
                  <a:lnTo>
                    <a:pt x="330072" y="3760470"/>
                  </a:lnTo>
                  <a:lnTo>
                    <a:pt x="370205" y="3780917"/>
                  </a:lnTo>
                  <a:lnTo>
                    <a:pt x="411988" y="3798570"/>
                  </a:lnTo>
                  <a:lnTo>
                    <a:pt x="455294" y="3813302"/>
                  </a:lnTo>
                  <a:lnTo>
                    <a:pt x="499744" y="3824986"/>
                  </a:lnTo>
                  <a:lnTo>
                    <a:pt x="545464" y="3833495"/>
                  </a:lnTo>
                  <a:lnTo>
                    <a:pt x="592328" y="3838702"/>
                  </a:lnTo>
                  <a:lnTo>
                    <a:pt x="640080" y="3840479"/>
                  </a:lnTo>
                  <a:lnTo>
                    <a:pt x="4846320" y="3840479"/>
                  </a:lnTo>
                  <a:lnTo>
                    <a:pt x="4894071" y="3838702"/>
                  </a:lnTo>
                  <a:lnTo>
                    <a:pt x="4940935" y="3833495"/>
                  </a:lnTo>
                  <a:lnTo>
                    <a:pt x="4986655" y="3824986"/>
                  </a:lnTo>
                  <a:lnTo>
                    <a:pt x="5031232" y="3813302"/>
                  </a:lnTo>
                  <a:lnTo>
                    <a:pt x="5074412" y="3798570"/>
                  </a:lnTo>
                  <a:lnTo>
                    <a:pt x="5116195" y="3780917"/>
                  </a:lnTo>
                  <a:lnTo>
                    <a:pt x="5156327" y="3760470"/>
                  </a:lnTo>
                  <a:lnTo>
                    <a:pt x="5194935" y="3737229"/>
                  </a:lnTo>
                  <a:lnTo>
                    <a:pt x="5231511" y="3711575"/>
                  </a:lnTo>
                  <a:lnTo>
                    <a:pt x="5266309" y="3683380"/>
                  </a:lnTo>
                  <a:lnTo>
                    <a:pt x="5298947" y="3652901"/>
                  </a:lnTo>
                  <a:lnTo>
                    <a:pt x="5329428" y="3620262"/>
                  </a:lnTo>
                  <a:lnTo>
                    <a:pt x="5357621" y="3585464"/>
                  </a:lnTo>
                  <a:lnTo>
                    <a:pt x="5383276" y="3548761"/>
                  </a:lnTo>
                  <a:lnTo>
                    <a:pt x="5406390" y="3510279"/>
                  </a:lnTo>
                  <a:lnTo>
                    <a:pt x="5426964" y="3470148"/>
                  </a:lnTo>
                  <a:lnTo>
                    <a:pt x="5444617" y="3428365"/>
                  </a:lnTo>
                  <a:lnTo>
                    <a:pt x="5459348" y="3385057"/>
                  </a:lnTo>
                  <a:lnTo>
                    <a:pt x="5471033" y="3340607"/>
                  </a:lnTo>
                  <a:lnTo>
                    <a:pt x="5479415" y="3294761"/>
                  </a:lnTo>
                  <a:lnTo>
                    <a:pt x="5484621" y="3248025"/>
                  </a:lnTo>
                  <a:lnTo>
                    <a:pt x="5486400" y="3200273"/>
                  </a:lnTo>
                  <a:lnTo>
                    <a:pt x="5486400" y="640079"/>
                  </a:lnTo>
                  <a:lnTo>
                    <a:pt x="5484621" y="592201"/>
                  </a:lnTo>
                  <a:lnTo>
                    <a:pt x="5479415" y="545465"/>
                  </a:lnTo>
                  <a:lnTo>
                    <a:pt x="5471033" y="499618"/>
                  </a:lnTo>
                  <a:lnTo>
                    <a:pt x="5459348" y="455168"/>
                  </a:lnTo>
                  <a:lnTo>
                    <a:pt x="5444617" y="411861"/>
                  </a:lnTo>
                  <a:lnTo>
                    <a:pt x="5426964" y="370204"/>
                  </a:lnTo>
                  <a:lnTo>
                    <a:pt x="5406390" y="329946"/>
                  </a:lnTo>
                  <a:lnTo>
                    <a:pt x="5383276" y="291465"/>
                  </a:lnTo>
                  <a:lnTo>
                    <a:pt x="5357621" y="254762"/>
                  </a:lnTo>
                  <a:lnTo>
                    <a:pt x="5329428" y="220091"/>
                  </a:lnTo>
                  <a:lnTo>
                    <a:pt x="5298947" y="187451"/>
                  </a:lnTo>
                  <a:lnTo>
                    <a:pt x="5266309" y="156972"/>
                  </a:lnTo>
                  <a:lnTo>
                    <a:pt x="5231511" y="128777"/>
                  </a:lnTo>
                  <a:lnTo>
                    <a:pt x="5194935" y="102997"/>
                  </a:lnTo>
                  <a:lnTo>
                    <a:pt x="5156327" y="79882"/>
                  </a:lnTo>
                  <a:lnTo>
                    <a:pt x="5116195" y="59436"/>
                  </a:lnTo>
                  <a:lnTo>
                    <a:pt x="5074412" y="41782"/>
                  </a:lnTo>
                  <a:lnTo>
                    <a:pt x="5031232" y="27050"/>
                  </a:lnTo>
                  <a:lnTo>
                    <a:pt x="4986655" y="15367"/>
                  </a:lnTo>
                  <a:lnTo>
                    <a:pt x="4940935" y="6857"/>
                  </a:lnTo>
                  <a:lnTo>
                    <a:pt x="4894071" y="1650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71463" y="7836153"/>
              <a:ext cx="5486400" cy="3840479"/>
            </a:xfrm>
            <a:custGeom>
              <a:avLst/>
              <a:gdLst/>
              <a:ahLst/>
              <a:cxnLst/>
              <a:rect l="l" t="t" r="r" b="b"/>
              <a:pathLst>
                <a:path w="5486400" h="3840479">
                  <a:moveTo>
                    <a:pt x="0" y="640079"/>
                  </a:moveTo>
                  <a:lnTo>
                    <a:pt x="1777" y="592201"/>
                  </a:lnTo>
                  <a:lnTo>
                    <a:pt x="6985" y="545465"/>
                  </a:lnTo>
                  <a:lnTo>
                    <a:pt x="15494" y="499618"/>
                  </a:lnTo>
                  <a:lnTo>
                    <a:pt x="27050" y="455168"/>
                  </a:lnTo>
                  <a:lnTo>
                    <a:pt x="41783" y="411861"/>
                  </a:lnTo>
                  <a:lnTo>
                    <a:pt x="59562" y="370204"/>
                  </a:lnTo>
                  <a:lnTo>
                    <a:pt x="80010" y="329946"/>
                  </a:lnTo>
                  <a:lnTo>
                    <a:pt x="103124" y="291465"/>
                  </a:lnTo>
                  <a:lnTo>
                    <a:pt x="128904" y="254762"/>
                  </a:lnTo>
                  <a:lnTo>
                    <a:pt x="156971" y="220091"/>
                  </a:lnTo>
                  <a:lnTo>
                    <a:pt x="187452" y="187451"/>
                  </a:lnTo>
                  <a:lnTo>
                    <a:pt x="220217" y="156972"/>
                  </a:lnTo>
                  <a:lnTo>
                    <a:pt x="254888" y="128777"/>
                  </a:lnTo>
                  <a:lnTo>
                    <a:pt x="291591" y="102997"/>
                  </a:lnTo>
                  <a:lnTo>
                    <a:pt x="330072" y="79882"/>
                  </a:lnTo>
                  <a:lnTo>
                    <a:pt x="370205" y="59436"/>
                  </a:lnTo>
                  <a:lnTo>
                    <a:pt x="411988" y="41782"/>
                  </a:lnTo>
                  <a:lnTo>
                    <a:pt x="455294" y="27050"/>
                  </a:lnTo>
                  <a:lnTo>
                    <a:pt x="499744" y="15367"/>
                  </a:lnTo>
                  <a:lnTo>
                    <a:pt x="545464" y="6857"/>
                  </a:lnTo>
                  <a:lnTo>
                    <a:pt x="592328" y="1650"/>
                  </a:lnTo>
                  <a:lnTo>
                    <a:pt x="640080" y="0"/>
                  </a:lnTo>
                  <a:lnTo>
                    <a:pt x="4846320" y="0"/>
                  </a:lnTo>
                  <a:lnTo>
                    <a:pt x="4894071" y="1650"/>
                  </a:lnTo>
                  <a:lnTo>
                    <a:pt x="4940935" y="6857"/>
                  </a:lnTo>
                  <a:lnTo>
                    <a:pt x="4986655" y="15367"/>
                  </a:lnTo>
                  <a:lnTo>
                    <a:pt x="5031232" y="27050"/>
                  </a:lnTo>
                  <a:lnTo>
                    <a:pt x="5074412" y="41782"/>
                  </a:lnTo>
                  <a:lnTo>
                    <a:pt x="5116195" y="59436"/>
                  </a:lnTo>
                  <a:lnTo>
                    <a:pt x="5156327" y="79882"/>
                  </a:lnTo>
                  <a:lnTo>
                    <a:pt x="5194935" y="102997"/>
                  </a:lnTo>
                  <a:lnTo>
                    <a:pt x="5231511" y="128777"/>
                  </a:lnTo>
                  <a:lnTo>
                    <a:pt x="5266309" y="156972"/>
                  </a:lnTo>
                  <a:lnTo>
                    <a:pt x="5298947" y="187451"/>
                  </a:lnTo>
                  <a:lnTo>
                    <a:pt x="5329428" y="220091"/>
                  </a:lnTo>
                  <a:lnTo>
                    <a:pt x="5357621" y="254762"/>
                  </a:lnTo>
                  <a:lnTo>
                    <a:pt x="5383276" y="291465"/>
                  </a:lnTo>
                  <a:lnTo>
                    <a:pt x="5406390" y="329946"/>
                  </a:lnTo>
                  <a:lnTo>
                    <a:pt x="5426964" y="370204"/>
                  </a:lnTo>
                  <a:lnTo>
                    <a:pt x="5444617" y="411861"/>
                  </a:lnTo>
                  <a:lnTo>
                    <a:pt x="5459348" y="455168"/>
                  </a:lnTo>
                  <a:lnTo>
                    <a:pt x="5471033" y="499618"/>
                  </a:lnTo>
                  <a:lnTo>
                    <a:pt x="5479415" y="545465"/>
                  </a:lnTo>
                  <a:lnTo>
                    <a:pt x="5484621" y="592201"/>
                  </a:lnTo>
                  <a:lnTo>
                    <a:pt x="5486400" y="640079"/>
                  </a:lnTo>
                  <a:lnTo>
                    <a:pt x="5486400" y="3200273"/>
                  </a:lnTo>
                  <a:lnTo>
                    <a:pt x="5484621" y="3248025"/>
                  </a:lnTo>
                  <a:lnTo>
                    <a:pt x="5479415" y="3294761"/>
                  </a:lnTo>
                  <a:lnTo>
                    <a:pt x="5471033" y="3340607"/>
                  </a:lnTo>
                  <a:lnTo>
                    <a:pt x="5459348" y="3385057"/>
                  </a:lnTo>
                  <a:lnTo>
                    <a:pt x="5444617" y="3428365"/>
                  </a:lnTo>
                  <a:lnTo>
                    <a:pt x="5426964" y="3470148"/>
                  </a:lnTo>
                  <a:lnTo>
                    <a:pt x="5406390" y="3510279"/>
                  </a:lnTo>
                  <a:lnTo>
                    <a:pt x="5383276" y="3548761"/>
                  </a:lnTo>
                  <a:lnTo>
                    <a:pt x="5357621" y="3585464"/>
                  </a:lnTo>
                  <a:lnTo>
                    <a:pt x="5329428" y="3620262"/>
                  </a:lnTo>
                  <a:lnTo>
                    <a:pt x="5298947" y="3652901"/>
                  </a:lnTo>
                  <a:lnTo>
                    <a:pt x="5266309" y="3683380"/>
                  </a:lnTo>
                  <a:lnTo>
                    <a:pt x="5231511" y="3711575"/>
                  </a:lnTo>
                  <a:lnTo>
                    <a:pt x="5194935" y="3737229"/>
                  </a:lnTo>
                  <a:lnTo>
                    <a:pt x="5156327" y="3760470"/>
                  </a:lnTo>
                  <a:lnTo>
                    <a:pt x="5116195" y="3780917"/>
                  </a:lnTo>
                  <a:lnTo>
                    <a:pt x="5074412" y="3798570"/>
                  </a:lnTo>
                  <a:lnTo>
                    <a:pt x="5031232" y="3813302"/>
                  </a:lnTo>
                  <a:lnTo>
                    <a:pt x="4986655" y="3824986"/>
                  </a:lnTo>
                  <a:lnTo>
                    <a:pt x="4940935" y="3833495"/>
                  </a:lnTo>
                  <a:lnTo>
                    <a:pt x="4894071" y="3838702"/>
                  </a:lnTo>
                  <a:lnTo>
                    <a:pt x="4846320" y="3840479"/>
                  </a:lnTo>
                  <a:lnTo>
                    <a:pt x="640080" y="3840479"/>
                  </a:lnTo>
                  <a:lnTo>
                    <a:pt x="592328" y="3838702"/>
                  </a:lnTo>
                  <a:lnTo>
                    <a:pt x="545464" y="3833495"/>
                  </a:lnTo>
                  <a:lnTo>
                    <a:pt x="499744" y="3824986"/>
                  </a:lnTo>
                  <a:lnTo>
                    <a:pt x="455294" y="3813302"/>
                  </a:lnTo>
                  <a:lnTo>
                    <a:pt x="411988" y="3798570"/>
                  </a:lnTo>
                  <a:lnTo>
                    <a:pt x="370205" y="3780917"/>
                  </a:lnTo>
                  <a:lnTo>
                    <a:pt x="330072" y="3760470"/>
                  </a:lnTo>
                  <a:lnTo>
                    <a:pt x="291591" y="3737229"/>
                  </a:lnTo>
                  <a:lnTo>
                    <a:pt x="254888" y="3711575"/>
                  </a:lnTo>
                  <a:lnTo>
                    <a:pt x="220217" y="3683380"/>
                  </a:lnTo>
                  <a:lnTo>
                    <a:pt x="187452" y="3652901"/>
                  </a:lnTo>
                  <a:lnTo>
                    <a:pt x="156971" y="3620262"/>
                  </a:lnTo>
                  <a:lnTo>
                    <a:pt x="128904" y="3585464"/>
                  </a:lnTo>
                  <a:lnTo>
                    <a:pt x="103124" y="3548761"/>
                  </a:lnTo>
                  <a:lnTo>
                    <a:pt x="80010" y="3510279"/>
                  </a:lnTo>
                  <a:lnTo>
                    <a:pt x="59562" y="3470148"/>
                  </a:lnTo>
                  <a:lnTo>
                    <a:pt x="41783" y="3428365"/>
                  </a:lnTo>
                  <a:lnTo>
                    <a:pt x="27050" y="3385057"/>
                  </a:lnTo>
                  <a:lnTo>
                    <a:pt x="15494" y="3340607"/>
                  </a:lnTo>
                  <a:lnTo>
                    <a:pt x="6985" y="3294761"/>
                  </a:lnTo>
                  <a:lnTo>
                    <a:pt x="1777" y="3248025"/>
                  </a:lnTo>
                  <a:lnTo>
                    <a:pt x="0" y="3200273"/>
                  </a:lnTo>
                  <a:lnTo>
                    <a:pt x="0" y="640079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33756" y="11875858"/>
            <a:ext cx="11565890" cy="2625725"/>
            <a:chOff x="333756" y="11875858"/>
            <a:chExt cx="11565890" cy="2625725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756" y="11875858"/>
              <a:ext cx="11565636" cy="262563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72795" y="11884660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11065459" y="0"/>
                  </a:moveTo>
                  <a:lnTo>
                    <a:pt x="426732" y="0"/>
                  </a:lnTo>
                  <a:lnTo>
                    <a:pt x="380238" y="2413"/>
                  </a:lnTo>
                  <a:lnTo>
                    <a:pt x="335191" y="9779"/>
                  </a:lnTo>
                  <a:lnTo>
                    <a:pt x="291846" y="21717"/>
                  </a:lnTo>
                  <a:lnTo>
                    <a:pt x="250482" y="37973"/>
                  </a:lnTo>
                  <a:lnTo>
                    <a:pt x="211353" y="58166"/>
                  </a:lnTo>
                  <a:lnTo>
                    <a:pt x="174713" y="82296"/>
                  </a:lnTo>
                  <a:lnTo>
                    <a:pt x="140817" y="109855"/>
                  </a:lnTo>
                  <a:lnTo>
                    <a:pt x="109943" y="140843"/>
                  </a:lnTo>
                  <a:lnTo>
                    <a:pt x="82334" y="174625"/>
                  </a:lnTo>
                  <a:lnTo>
                    <a:pt x="58254" y="211328"/>
                  </a:lnTo>
                  <a:lnTo>
                    <a:pt x="37985" y="250444"/>
                  </a:lnTo>
                  <a:lnTo>
                    <a:pt x="21755" y="291846"/>
                  </a:lnTo>
                  <a:lnTo>
                    <a:pt x="9842" y="335153"/>
                  </a:lnTo>
                  <a:lnTo>
                    <a:pt x="2501" y="380238"/>
                  </a:lnTo>
                  <a:lnTo>
                    <a:pt x="0" y="426593"/>
                  </a:lnTo>
                  <a:lnTo>
                    <a:pt x="0" y="2133600"/>
                  </a:lnTo>
                  <a:lnTo>
                    <a:pt x="2501" y="2180082"/>
                  </a:lnTo>
                  <a:lnTo>
                    <a:pt x="9842" y="2225040"/>
                  </a:lnTo>
                  <a:lnTo>
                    <a:pt x="21755" y="2268474"/>
                  </a:lnTo>
                  <a:lnTo>
                    <a:pt x="37985" y="2309749"/>
                  </a:lnTo>
                  <a:lnTo>
                    <a:pt x="58254" y="2348865"/>
                  </a:lnTo>
                  <a:lnTo>
                    <a:pt x="82334" y="2385568"/>
                  </a:lnTo>
                  <a:lnTo>
                    <a:pt x="109943" y="2419477"/>
                  </a:lnTo>
                  <a:lnTo>
                    <a:pt x="140817" y="2450338"/>
                  </a:lnTo>
                  <a:lnTo>
                    <a:pt x="174713" y="2477897"/>
                  </a:lnTo>
                  <a:lnTo>
                    <a:pt x="211353" y="2502027"/>
                  </a:lnTo>
                  <a:lnTo>
                    <a:pt x="250482" y="2522220"/>
                  </a:lnTo>
                  <a:lnTo>
                    <a:pt x="291846" y="2538476"/>
                  </a:lnTo>
                  <a:lnTo>
                    <a:pt x="335191" y="2550414"/>
                  </a:lnTo>
                  <a:lnTo>
                    <a:pt x="380238" y="2557780"/>
                  </a:lnTo>
                  <a:lnTo>
                    <a:pt x="426732" y="2560193"/>
                  </a:lnTo>
                  <a:lnTo>
                    <a:pt x="11065459" y="2560193"/>
                  </a:lnTo>
                  <a:lnTo>
                    <a:pt x="11111941" y="2557780"/>
                  </a:lnTo>
                  <a:lnTo>
                    <a:pt x="11157026" y="2550414"/>
                  </a:lnTo>
                  <a:lnTo>
                    <a:pt x="11200333" y="2538476"/>
                  </a:lnTo>
                  <a:lnTo>
                    <a:pt x="11241608" y="2522220"/>
                  </a:lnTo>
                  <a:lnTo>
                    <a:pt x="11280851" y="2502027"/>
                  </a:lnTo>
                  <a:lnTo>
                    <a:pt x="11317427" y="2477897"/>
                  </a:lnTo>
                  <a:lnTo>
                    <a:pt x="11351336" y="2450338"/>
                  </a:lnTo>
                  <a:lnTo>
                    <a:pt x="11382197" y="2419477"/>
                  </a:lnTo>
                  <a:lnTo>
                    <a:pt x="11409883" y="2385568"/>
                  </a:lnTo>
                  <a:lnTo>
                    <a:pt x="11433886" y="2348865"/>
                  </a:lnTo>
                  <a:lnTo>
                    <a:pt x="11454206" y="2309749"/>
                  </a:lnTo>
                  <a:lnTo>
                    <a:pt x="11470462" y="2268474"/>
                  </a:lnTo>
                  <a:lnTo>
                    <a:pt x="11482273" y="2225040"/>
                  </a:lnTo>
                  <a:lnTo>
                    <a:pt x="11489639" y="2180082"/>
                  </a:lnTo>
                  <a:lnTo>
                    <a:pt x="11492179" y="2133600"/>
                  </a:lnTo>
                  <a:lnTo>
                    <a:pt x="11492179" y="426593"/>
                  </a:lnTo>
                  <a:lnTo>
                    <a:pt x="11489639" y="380238"/>
                  </a:lnTo>
                  <a:lnTo>
                    <a:pt x="11482273" y="335153"/>
                  </a:lnTo>
                  <a:lnTo>
                    <a:pt x="11470462" y="291846"/>
                  </a:lnTo>
                  <a:lnTo>
                    <a:pt x="11454206" y="250444"/>
                  </a:lnTo>
                  <a:lnTo>
                    <a:pt x="11433886" y="211328"/>
                  </a:lnTo>
                  <a:lnTo>
                    <a:pt x="11409883" y="174625"/>
                  </a:lnTo>
                  <a:lnTo>
                    <a:pt x="11382197" y="140843"/>
                  </a:lnTo>
                  <a:lnTo>
                    <a:pt x="11351336" y="109855"/>
                  </a:lnTo>
                  <a:lnTo>
                    <a:pt x="11317427" y="82296"/>
                  </a:lnTo>
                  <a:lnTo>
                    <a:pt x="11280851" y="58166"/>
                  </a:lnTo>
                  <a:lnTo>
                    <a:pt x="11241608" y="37973"/>
                  </a:lnTo>
                  <a:lnTo>
                    <a:pt x="11200333" y="21717"/>
                  </a:lnTo>
                  <a:lnTo>
                    <a:pt x="11157026" y="9779"/>
                  </a:lnTo>
                  <a:lnTo>
                    <a:pt x="11111941" y="2413"/>
                  </a:lnTo>
                  <a:lnTo>
                    <a:pt x="11065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72795" y="11884660"/>
              <a:ext cx="11492230" cy="2560320"/>
            </a:xfrm>
            <a:custGeom>
              <a:avLst/>
              <a:gdLst/>
              <a:ahLst/>
              <a:cxnLst/>
              <a:rect l="l" t="t" r="r" b="b"/>
              <a:pathLst>
                <a:path w="11492230" h="2560319">
                  <a:moveTo>
                    <a:pt x="0" y="426593"/>
                  </a:moveTo>
                  <a:lnTo>
                    <a:pt x="2501" y="380238"/>
                  </a:lnTo>
                  <a:lnTo>
                    <a:pt x="9842" y="335153"/>
                  </a:lnTo>
                  <a:lnTo>
                    <a:pt x="21755" y="291846"/>
                  </a:lnTo>
                  <a:lnTo>
                    <a:pt x="37985" y="250444"/>
                  </a:lnTo>
                  <a:lnTo>
                    <a:pt x="58254" y="211328"/>
                  </a:lnTo>
                  <a:lnTo>
                    <a:pt x="82334" y="174625"/>
                  </a:lnTo>
                  <a:lnTo>
                    <a:pt x="109943" y="140843"/>
                  </a:lnTo>
                  <a:lnTo>
                    <a:pt x="140817" y="109855"/>
                  </a:lnTo>
                  <a:lnTo>
                    <a:pt x="174713" y="82296"/>
                  </a:lnTo>
                  <a:lnTo>
                    <a:pt x="211353" y="58166"/>
                  </a:lnTo>
                  <a:lnTo>
                    <a:pt x="250482" y="37973"/>
                  </a:lnTo>
                  <a:lnTo>
                    <a:pt x="291846" y="21717"/>
                  </a:lnTo>
                  <a:lnTo>
                    <a:pt x="335191" y="9779"/>
                  </a:lnTo>
                  <a:lnTo>
                    <a:pt x="380238" y="2413"/>
                  </a:lnTo>
                  <a:lnTo>
                    <a:pt x="426732" y="0"/>
                  </a:lnTo>
                  <a:lnTo>
                    <a:pt x="11065459" y="0"/>
                  </a:lnTo>
                  <a:lnTo>
                    <a:pt x="11111941" y="2413"/>
                  </a:lnTo>
                  <a:lnTo>
                    <a:pt x="11157026" y="9779"/>
                  </a:lnTo>
                  <a:lnTo>
                    <a:pt x="11200333" y="21717"/>
                  </a:lnTo>
                  <a:lnTo>
                    <a:pt x="11241608" y="37973"/>
                  </a:lnTo>
                  <a:lnTo>
                    <a:pt x="11280851" y="58166"/>
                  </a:lnTo>
                  <a:lnTo>
                    <a:pt x="11317427" y="82296"/>
                  </a:lnTo>
                  <a:lnTo>
                    <a:pt x="11351336" y="109855"/>
                  </a:lnTo>
                  <a:lnTo>
                    <a:pt x="11382197" y="140843"/>
                  </a:lnTo>
                  <a:lnTo>
                    <a:pt x="11409883" y="174625"/>
                  </a:lnTo>
                  <a:lnTo>
                    <a:pt x="11433886" y="211328"/>
                  </a:lnTo>
                  <a:lnTo>
                    <a:pt x="11454206" y="250444"/>
                  </a:lnTo>
                  <a:lnTo>
                    <a:pt x="11470462" y="291846"/>
                  </a:lnTo>
                  <a:lnTo>
                    <a:pt x="11482273" y="335153"/>
                  </a:lnTo>
                  <a:lnTo>
                    <a:pt x="11489639" y="380238"/>
                  </a:lnTo>
                  <a:lnTo>
                    <a:pt x="11492179" y="426593"/>
                  </a:lnTo>
                  <a:lnTo>
                    <a:pt x="11492179" y="2133600"/>
                  </a:lnTo>
                  <a:lnTo>
                    <a:pt x="11489639" y="2180082"/>
                  </a:lnTo>
                  <a:lnTo>
                    <a:pt x="11482273" y="2225040"/>
                  </a:lnTo>
                  <a:lnTo>
                    <a:pt x="11470462" y="2268474"/>
                  </a:lnTo>
                  <a:lnTo>
                    <a:pt x="11454206" y="2309749"/>
                  </a:lnTo>
                  <a:lnTo>
                    <a:pt x="11433886" y="2348865"/>
                  </a:lnTo>
                  <a:lnTo>
                    <a:pt x="11409883" y="2385568"/>
                  </a:lnTo>
                  <a:lnTo>
                    <a:pt x="11382197" y="2419477"/>
                  </a:lnTo>
                  <a:lnTo>
                    <a:pt x="11351336" y="2450338"/>
                  </a:lnTo>
                  <a:lnTo>
                    <a:pt x="11317427" y="2477897"/>
                  </a:lnTo>
                  <a:lnTo>
                    <a:pt x="11280851" y="2502027"/>
                  </a:lnTo>
                  <a:lnTo>
                    <a:pt x="11241608" y="2522220"/>
                  </a:lnTo>
                  <a:lnTo>
                    <a:pt x="11200333" y="2538476"/>
                  </a:lnTo>
                  <a:lnTo>
                    <a:pt x="11157026" y="2550414"/>
                  </a:lnTo>
                  <a:lnTo>
                    <a:pt x="11111941" y="2557780"/>
                  </a:lnTo>
                  <a:lnTo>
                    <a:pt x="11065459" y="2560193"/>
                  </a:lnTo>
                  <a:lnTo>
                    <a:pt x="426732" y="2560193"/>
                  </a:lnTo>
                  <a:lnTo>
                    <a:pt x="380238" y="2557780"/>
                  </a:lnTo>
                  <a:lnTo>
                    <a:pt x="335191" y="2550414"/>
                  </a:lnTo>
                  <a:lnTo>
                    <a:pt x="291846" y="2538476"/>
                  </a:lnTo>
                  <a:lnTo>
                    <a:pt x="250482" y="2522220"/>
                  </a:lnTo>
                  <a:lnTo>
                    <a:pt x="211353" y="2502027"/>
                  </a:lnTo>
                  <a:lnTo>
                    <a:pt x="174713" y="2477897"/>
                  </a:lnTo>
                  <a:lnTo>
                    <a:pt x="140817" y="2450338"/>
                  </a:lnTo>
                  <a:lnTo>
                    <a:pt x="109943" y="2419477"/>
                  </a:lnTo>
                  <a:lnTo>
                    <a:pt x="82334" y="2385568"/>
                  </a:lnTo>
                  <a:lnTo>
                    <a:pt x="58254" y="2348865"/>
                  </a:lnTo>
                  <a:lnTo>
                    <a:pt x="37985" y="2309749"/>
                  </a:lnTo>
                  <a:lnTo>
                    <a:pt x="21755" y="2268474"/>
                  </a:lnTo>
                  <a:lnTo>
                    <a:pt x="9842" y="2225040"/>
                  </a:lnTo>
                  <a:lnTo>
                    <a:pt x="2501" y="2180082"/>
                  </a:lnTo>
                  <a:lnTo>
                    <a:pt x="0" y="2133600"/>
                  </a:lnTo>
                  <a:lnTo>
                    <a:pt x="0" y="426593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27647" y="14660164"/>
            <a:ext cx="2266315" cy="3425825"/>
            <a:chOff x="327647" y="14660164"/>
            <a:chExt cx="2266315" cy="3425825"/>
          </a:xfrm>
        </p:grpSpPr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7647" y="14660164"/>
              <a:ext cx="2266188" cy="342572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65759" y="14668880"/>
              <a:ext cx="2194560" cy="3359785"/>
            </a:xfrm>
            <a:custGeom>
              <a:avLst/>
              <a:gdLst/>
              <a:ahLst/>
              <a:cxnLst/>
              <a:rect l="l" t="t" r="r" b="b"/>
              <a:pathLst>
                <a:path w="2194560" h="3359784">
                  <a:moveTo>
                    <a:pt x="1828800" y="0"/>
                  </a:moveTo>
                  <a:lnTo>
                    <a:pt x="365772" y="0"/>
                  </a:lnTo>
                  <a:lnTo>
                    <a:pt x="319887" y="2794"/>
                  </a:lnTo>
                  <a:lnTo>
                    <a:pt x="275704" y="11049"/>
                  </a:lnTo>
                  <a:lnTo>
                    <a:pt x="233565" y="24511"/>
                  </a:lnTo>
                  <a:lnTo>
                    <a:pt x="193814" y="42799"/>
                  </a:lnTo>
                  <a:lnTo>
                    <a:pt x="156794" y="65405"/>
                  </a:lnTo>
                  <a:lnTo>
                    <a:pt x="122847" y="92202"/>
                  </a:lnTo>
                  <a:lnTo>
                    <a:pt x="92303" y="122809"/>
                  </a:lnTo>
                  <a:lnTo>
                    <a:pt x="65532" y="156718"/>
                  </a:lnTo>
                  <a:lnTo>
                    <a:pt x="42849" y="193675"/>
                  </a:lnTo>
                  <a:lnTo>
                    <a:pt x="24612" y="233426"/>
                  </a:lnTo>
                  <a:lnTo>
                    <a:pt x="11163" y="275590"/>
                  </a:lnTo>
                  <a:lnTo>
                    <a:pt x="2844" y="319786"/>
                  </a:lnTo>
                  <a:lnTo>
                    <a:pt x="0" y="365760"/>
                  </a:lnTo>
                  <a:lnTo>
                    <a:pt x="0" y="2993986"/>
                  </a:lnTo>
                  <a:lnTo>
                    <a:pt x="2844" y="3039872"/>
                  </a:lnTo>
                  <a:lnTo>
                    <a:pt x="11163" y="3084042"/>
                  </a:lnTo>
                  <a:lnTo>
                    <a:pt x="24612" y="3126181"/>
                  </a:lnTo>
                  <a:lnTo>
                    <a:pt x="42849" y="3165932"/>
                  </a:lnTo>
                  <a:lnTo>
                    <a:pt x="65532" y="3202952"/>
                  </a:lnTo>
                  <a:lnTo>
                    <a:pt x="92303" y="3236912"/>
                  </a:lnTo>
                  <a:lnTo>
                    <a:pt x="122847" y="3267443"/>
                  </a:lnTo>
                  <a:lnTo>
                    <a:pt x="156794" y="3294227"/>
                  </a:lnTo>
                  <a:lnTo>
                    <a:pt x="193814" y="3316897"/>
                  </a:lnTo>
                  <a:lnTo>
                    <a:pt x="233565" y="3335134"/>
                  </a:lnTo>
                  <a:lnTo>
                    <a:pt x="275704" y="3348583"/>
                  </a:lnTo>
                  <a:lnTo>
                    <a:pt x="319887" y="3356914"/>
                  </a:lnTo>
                  <a:lnTo>
                    <a:pt x="365772" y="3359759"/>
                  </a:lnTo>
                  <a:lnTo>
                    <a:pt x="1828800" y="3359759"/>
                  </a:lnTo>
                  <a:lnTo>
                    <a:pt x="1874646" y="3356914"/>
                  </a:lnTo>
                  <a:lnTo>
                    <a:pt x="1918842" y="3348583"/>
                  </a:lnTo>
                  <a:lnTo>
                    <a:pt x="1961007" y="3335134"/>
                  </a:lnTo>
                  <a:lnTo>
                    <a:pt x="2000758" y="3316897"/>
                  </a:lnTo>
                  <a:lnTo>
                    <a:pt x="2037841" y="3294227"/>
                  </a:lnTo>
                  <a:lnTo>
                    <a:pt x="2071751" y="3267443"/>
                  </a:lnTo>
                  <a:lnTo>
                    <a:pt x="2102231" y="3236912"/>
                  </a:lnTo>
                  <a:lnTo>
                    <a:pt x="2129028" y="3202952"/>
                  </a:lnTo>
                  <a:lnTo>
                    <a:pt x="2151760" y="3165932"/>
                  </a:lnTo>
                  <a:lnTo>
                    <a:pt x="2169922" y="3126181"/>
                  </a:lnTo>
                  <a:lnTo>
                    <a:pt x="2183384" y="3084042"/>
                  </a:lnTo>
                  <a:lnTo>
                    <a:pt x="2191766" y="3039872"/>
                  </a:lnTo>
                  <a:lnTo>
                    <a:pt x="2194560" y="2993986"/>
                  </a:lnTo>
                  <a:lnTo>
                    <a:pt x="2194560" y="365760"/>
                  </a:lnTo>
                  <a:lnTo>
                    <a:pt x="2191766" y="319786"/>
                  </a:lnTo>
                  <a:lnTo>
                    <a:pt x="2183384" y="275590"/>
                  </a:lnTo>
                  <a:lnTo>
                    <a:pt x="2169922" y="233426"/>
                  </a:lnTo>
                  <a:lnTo>
                    <a:pt x="2151760" y="193675"/>
                  </a:lnTo>
                  <a:lnTo>
                    <a:pt x="2129028" y="156718"/>
                  </a:lnTo>
                  <a:lnTo>
                    <a:pt x="2102231" y="122809"/>
                  </a:lnTo>
                  <a:lnTo>
                    <a:pt x="2071751" y="92202"/>
                  </a:lnTo>
                  <a:lnTo>
                    <a:pt x="2037841" y="65405"/>
                  </a:lnTo>
                  <a:lnTo>
                    <a:pt x="2000758" y="42799"/>
                  </a:lnTo>
                  <a:lnTo>
                    <a:pt x="1961007" y="24511"/>
                  </a:lnTo>
                  <a:lnTo>
                    <a:pt x="1918842" y="11049"/>
                  </a:lnTo>
                  <a:lnTo>
                    <a:pt x="1874646" y="2794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65759" y="14668880"/>
              <a:ext cx="2194560" cy="3359785"/>
            </a:xfrm>
            <a:custGeom>
              <a:avLst/>
              <a:gdLst/>
              <a:ahLst/>
              <a:cxnLst/>
              <a:rect l="l" t="t" r="r" b="b"/>
              <a:pathLst>
                <a:path w="2194560" h="3359784">
                  <a:moveTo>
                    <a:pt x="0" y="365760"/>
                  </a:moveTo>
                  <a:lnTo>
                    <a:pt x="2844" y="319786"/>
                  </a:lnTo>
                  <a:lnTo>
                    <a:pt x="11163" y="275590"/>
                  </a:lnTo>
                  <a:lnTo>
                    <a:pt x="24612" y="233426"/>
                  </a:lnTo>
                  <a:lnTo>
                    <a:pt x="42849" y="193675"/>
                  </a:lnTo>
                  <a:lnTo>
                    <a:pt x="65532" y="156718"/>
                  </a:lnTo>
                  <a:lnTo>
                    <a:pt x="92303" y="122809"/>
                  </a:lnTo>
                  <a:lnTo>
                    <a:pt x="122847" y="92202"/>
                  </a:lnTo>
                  <a:lnTo>
                    <a:pt x="156794" y="65405"/>
                  </a:lnTo>
                  <a:lnTo>
                    <a:pt x="193814" y="42799"/>
                  </a:lnTo>
                  <a:lnTo>
                    <a:pt x="233565" y="24511"/>
                  </a:lnTo>
                  <a:lnTo>
                    <a:pt x="275704" y="11049"/>
                  </a:lnTo>
                  <a:lnTo>
                    <a:pt x="319887" y="2794"/>
                  </a:lnTo>
                  <a:lnTo>
                    <a:pt x="365772" y="0"/>
                  </a:lnTo>
                  <a:lnTo>
                    <a:pt x="1828800" y="0"/>
                  </a:lnTo>
                  <a:lnTo>
                    <a:pt x="1874646" y="2794"/>
                  </a:lnTo>
                  <a:lnTo>
                    <a:pt x="1918842" y="11049"/>
                  </a:lnTo>
                  <a:lnTo>
                    <a:pt x="1961007" y="24511"/>
                  </a:lnTo>
                  <a:lnTo>
                    <a:pt x="2000758" y="42799"/>
                  </a:lnTo>
                  <a:lnTo>
                    <a:pt x="2037841" y="65405"/>
                  </a:lnTo>
                  <a:lnTo>
                    <a:pt x="2071751" y="92202"/>
                  </a:lnTo>
                  <a:lnTo>
                    <a:pt x="2102231" y="122809"/>
                  </a:lnTo>
                  <a:lnTo>
                    <a:pt x="2129028" y="156718"/>
                  </a:lnTo>
                  <a:lnTo>
                    <a:pt x="2151760" y="193675"/>
                  </a:lnTo>
                  <a:lnTo>
                    <a:pt x="2169922" y="233426"/>
                  </a:lnTo>
                  <a:lnTo>
                    <a:pt x="2183384" y="275590"/>
                  </a:lnTo>
                  <a:lnTo>
                    <a:pt x="2191766" y="319786"/>
                  </a:lnTo>
                  <a:lnTo>
                    <a:pt x="2194560" y="365760"/>
                  </a:lnTo>
                  <a:lnTo>
                    <a:pt x="2194560" y="2993986"/>
                  </a:lnTo>
                  <a:lnTo>
                    <a:pt x="2191766" y="3039872"/>
                  </a:lnTo>
                  <a:lnTo>
                    <a:pt x="2183384" y="3084042"/>
                  </a:lnTo>
                  <a:lnTo>
                    <a:pt x="2169922" y="3126181"/>
                  </a:lnTo>
                  <a:lnTo>
                    <a:pt x="2151760" y="3165932"/>
                  </a:lnTo>
                  <a:lnTo>
                    <a:pt x="2129028" y="3202952"/>
                  </a:lnTo>
                  <a:lnTo>
                    <a:pt x="2102231" y="3236912"/>
                  </a:lnTo>
                  <a:lnTo>
                    <a:pt x="2071751" y="3267443"/>
                  </a:lnTo>
                  <a:lnTo>
                    <a:pt x="2037841" y="3294227"/>
                  </a:lnTo>
                  <a:lnTo>
                    <a:pt x="2000758" y="3316897"/>
                  </a:lnTo>
                  <a:lnTo>
                    <a:pt x="1961007" y="3335134"/>
                  </a:lnTo>
                  <a:lnTo>
                    <a:pt x="1918842" y="3348583"/>
                  </a:lnTo>
                  <a:lnTo>
                    <a:pt x="1874646" y="3356914"/>
                  </a:lnTo>
                  <a:lnTo>
                    <a:pt x="1828800" y="3359759"/>
                  </a:lnTo>
                  <a:lnTo>
                    <a:pt x="365772" y="3359759"/>
                  </a:lnTo>
                  <a:lnTo>
                    <a:pt x="319887" y="3356914"/>
                  </a:lnTo>
                  <a:lnTo>
                    <a:pt x="275704" y="3348583"/>
                  </a:lnTo>
                  <a:lnTo>
                    <a:pt x="233565" y="3335134"/>
                  </a:lnTo>
                  <a:lnTo>
                    <a:pt x="193814" y="3316897"/>
                  </a:lnTo>
                  <a:lnTo>
                    <a:pt x="156794" y="3294227"/>
                  </a:lnTo>
                  <a:lnTo>
                    <a:pt x="122847" y="3267443"/>
                  </a:lnTo>
                  <a:lnTo>
                    <a:pt x="92303" y="3236912"/>
                  </a:lnTo>
                  <a:lnTo>
                    <a:pt x="65532" y="3202952"/>
                  </a:lnTo>
                  <a:lnTo>
                    <a:pt x="42849" y="3165932"/>
                  </a:lnTo>
                  <a:lnTo>
                    <a:pt x="24612" y="3126181"/>
                  </a:lnTo>
                  <a:lnTo>
                    <a:pt x="11163" y="3084042"/>
                  </a:lnTo>
                  <a:lnTo>
                    <a:pt x="2844" y="3039872"/>
                  </a:lnTo>
                  <a:lnTo>
                    <a:pt x="0" y="2993986"/>
                  </a:lnTo>
                  <a:lnTo>
                    <a:pt x="0" y="36576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705100" y="14660164"/>
            <a:ext cx="5192395" cy="3425825"/>
            <a:chOff x="2705100" y="14660164"/>
            <a:chExt cx="5192395" cy="3425825"/>
          </a:xfrm>
        </p:grpSpPr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5100" y="14660164"/>
              <a:ext cx="5192267" cy="342572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743200" y="14668880"/>
              <a:ext cx="5120640" cy="3359785"/>
            </a:xfrm>
            <a:custGeom>
              <a:avLst/>
              <a:gdLst/>
              <a:ahLst/>
              <a:cxnLst/>
              <a:rect l="l" t="t" r="r" b="b"/>
              <a:pathLst>
                <a:path w="5120640" h="3359784">
                  <a:moveTo>
                    <a:pt x="4560697" y="0"/>
                  </a:moveTo>
                  <a:lnTo>
                    <a:pt x="559942" y="0"/>
                  </a:lnTo>
                  <a:lnTo>
                    <a:pt x="511683" y="2032"/>
                  </a:lnTo>
                  <a:lnTo>
                    <a:pt x="464438" y="8001"/>
                  </a:lnTo>
                  <a:lnTo>
                    <a:pt x="418592" y="17907"/>
                  </a:lnTo>
                  <a:lnTo>
                    <a:pt x="374269" y="31496"/>
                  </a:lnTo>
                  <a:lnTo>
                    <a:pt x="331469" y="48514"/>
                  </a:lnTo>
                  <a:lnTo>
                    <a:pt x="290575" y="68834"/>
                  </a:lnTo>
                  <a:lnTo>
                    <a:pt x="251587" y="92456"/>
                  </a:lnTo>
                  <a:lnTo>
                    <a:pt x="214756" y="118872"/>
                  </a:lnTo>
                  <a:lnTo>
                    <a:pt x="180339" y="148209"/>
                  </a:lnTo>
                  <a:lnTo>
                    <a:pt x="148336" y="180213"/>
                  </a:lnTo>
                  <a:lnTo>
                    <a:pt x="118999" y="214757"/>
                  </a:lnTo>
                  <a:lnTo>
                    <a:pt x="92456" y="251587"/>
                  </a:lnTo>
                  <a:lnTo>
                    <a:pt x="68961" y="290449"/>
                  </a:lnTo>
                  <a:lnTo>
                    <a:pt x="48641" y="331343"/>
                  </a:lnTo>
                  <a:lnTo>
                    <a:pt x="31495" y="374142"/>
                  </a:lnTo>
                  <a:lnTo>
                    <a:pt x="18033" y="418592"/>
                  </a:lnTo>
                  <a:lnTo>
                    <a:pt x="8127" y="464439"/>
                  </a:lnTo>
                  <a:lnTo>
                    <a:pt x="2031" y="511556"/>
                  </a:lnTo>
                  <a:lnTo>
                    <a:pt x="0" y="559816"/>
                  </a:lnTo>
                  <a:lnTo>
                    <a:pt x="0" y="2799765"/>
                  </a:lnTo>
                  <a:lnTo>
                    <a:pt x="2031" y="2848076"/>
                  </a:lnTo>
                  <a:lnTo>
                    <a:pt x="8127" y="2895257"/>
                  </a:lnTo>
                  <a:lnTo>
                    <a:pt x="18033" y="2941129"/>
                  </a:lnTo>
                  <a:lnTo>
                    <a:pt x="31495" y="2985516"/>
                  </a:lnTo>
                  <a:lnTo>
                    <a:pt x="48641" y="3028264"/>
                  </a:lnTo>
                  <a:lnTo>
                    <a:pt x="68961" y="3069183"/>
                  </a:lnTo>
                  <a:lnTo>
                    <a:pt x="92456" y="3108134"/>
                  </a:lnTo>
                  <a:lnTo>
                    <a:pt x="118999" y="3144939"/>
                  </a:lnTo>
                  <a:lnTo>
                    <a:pt x="148336" y="3179419"/>
                  </a:lnTo>
                  <a:lnTo>
                    <a:pt x="180339" y="3211410"/>
                  </a:lnTo>
                  <a:lnTo>
                    <a:pt x="214756" y="3240747"/>
                  </a:lnTo>
                  <a:lnTo>
                    <a:pt x="251587" y="3267265"/>
                  </a:lnTo>
                  <a:lnTo>
                    <a:pt x="290575" y="3290785"/>
                  </a:lnTo>
                  <a:lnTo>
                    <a:pt x="331469" y="3311156"/>
                  </a:lnTo>
                  <a:lnTo>
                    <a:pt x="374269" y="3328200"/>
                  </a:lnTo>
                  <a:lnTo>
                    <a:pt x="418592" y="3341751"/>
                  </a:lnTo>
                  <a:lnTo>
                    <a:pt x="464438" y="3351631"/>
                  </a:lnTo>
                  <a:lnTo>
                    <a:pt x="511683" y="3357689"/>
                  </a:lnTo>
                  <a:lnTo>
                    <a:pt x="559942" y="3359746"/>
                  </a:lnTo>
                  <a:lnTo>
                    <a:pt x="4560697" y="3359746"/>
                  </a:lnTo>
                  <a:lnTo>
                    <a:pt x="4608957" y="3357689"/>
                  </a:lnTo>
                  <a:lnTo>
                    <a:pt x="4656201" y="3351631"/>
                  </a:lnTo>
                  <a:lnTo>
                    <a:pt x="4702048" y="3341751"/>
                  </a:lnTo>
                  <a:lnTo>
                    <a:pt x="4746371" y="3328200"/>
                  </a:lnTo>
                  <a:lnTo>
                    <a:pt x="4789170" y="3311156"/>
                  </a:lnTo>
                  <a:lnTo>
                    <a:pt x="4830064" y="3290785"/>
                  </a:lnTo>
                  <a:lnTo>
                    <a:pt x="4869053" y="3267265"/>
                  </a:lnTo>
                  <a:lnTo>
                    <a:pt x="4905883" y="3240747"/>
                  </a:lnTo>
                  <a:lnTo>
                    <a:pt x="4940300" y="3211410"/>
                  </a:lnTo>
                  <a:lnTo>
                    <a:pt x="4972304" y="3179419"/>
                  </a:lnTo>
                  <a:lnTo>
                    <a:pt x="5001641" y="3144939"/>
                  </a:lnTo>
                  <a:lnTo>
                    <a:pt x="5028183" y="3108134"/>
                  </a:lnTo>
                  <a:lnTo>
                    <a:pt x="5051679" y="3069183"/>
                  </a:lnTo>
                  <a:lnTo>
                    <a:pt x="5071999" y="3028264"/>
                  </a:lnTo>
                  <a:lnTo>
                    <a:pt x="5089144" y="2985516"/>
                  </a:lnTo>
                  <a:lnTo>
                    <a:pt x="5102606" y="2941129"/>
                  </a:lnTo>
                  <a:lnTo>
                    <a:pt x="5112511" y="2895257"/>
                  </a:lnTo>
                  <a:lnTo>
                    <a:pt x="5118608" y="2848076"/>
                  </a:lnTo>
                  <a:lnTo>
                    <a:pt x="5120640" y="2799765"/>
                  </a:lnTo>
                  <a:lnTo>
                    <a:pt x="5120640" y="559816"/>
                  </a:lnTo>
                  <a:lnTo>
                    <a:pt x="5118608" y="511556"/>
                  </a:lnTo>
                  <a:lnTo>
                    <a:pt x="5112511" y="464439"/>
                  </a:lnTo>
                  <a:lnTo>
                    <a:pt x="5102606" y="418592"/>
                  </a:lnTo>
                  <a:lnTo>
                    <a:pt x="5089144" y="374142"/>
                  </a:lnTo>
                  <a:lnTo>
                    <a:pt x="5071999" y="331343"/>
                  </a:lnTo>
                  <a:lnTo>
                    <a:pt x="5051679" y="290449"/>
                  </a:lnTo>
                  <a:lnTo>
                    <a:pt x="5028183" y="251587"/>
                  </a:lnTo>
                  <a:lnTo>
                    <a:pt x="5001641" y="214757"/>
                  </a:lnTo>
                  <a:lnTo>
                    <a:pt x="4972304" y="180213"/>
                  </a:lnTo>
                  <a:lnTo>
                    <a:pt x="4940300" y="148209"/>
                  </a:lnTo>
                  <a:lnTo>
                    <a:pt x="4905883" y="118872"/>
                  </a:lnTo>
                  <a:lnTo>
                    <a:pt x="4869053" y="92456"/>
                  </a:lnTo>
                  <a:lnTo>
                    <a:pt x="4830064" y="68834"/>
                  </a:lnTo>
                  <a:lnTo>
                    <a:pt x="4789170" y="48514"/>
                  </a:lnTo>
                  <a:lnTo>
                    <a:pt x="4746371" y="31496"/>
                  </a:lnTo>
                  <a:lnTo>
                    <a:pt x="4702048" y="17907"/>
                  </a:lnTo>
                  <a:lnTo>
                    <a:pt x="4656201" y="8001"/>
                  </a:lnTo>
                  <a:lnTo>
                    <a:pt x="4608957" y="2032"/>
                  </a:lnTo>
                  <a:lnTo>
                    <a:pt x="456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743200" y="14668880"/>
              <a:ext cx="5120640" cy="3359785"/>
            </a:xfrm>
            <a:custGeom>
              <a:avLst/>
              <a:gdLst/>
              <a:ahLst/>
              <a:cxnLst/>
              <a:rect l="l" t="t" r="r" b="b"/>
              <a:pathLst>
                <a:path w="5120640" h="3359784">
                  <a:moveTo>
                    <a:pt x="0" y="559816"/>
                  </a:moveTo>
                  <a:lnTo>
                    <a:pt x="2031" y="511556"/>
                  </a:lnTo>
                  <a:lnTo>
                    <a:pt x="8127" y="464439"/>
                  </a:lnTo>
                  <a:lnTo>
                    <a:pt x="18033" y="418592"/>
                  </a:lnTo>
                  <a:lnTo>
                    <a:pt x="31495" y="374142"/>
                  </a:lnTo>
                  <a:lnTo>
                    <a:pt x="48641" y="331343"/>
                  </a:lnTo>
                  <a:lnTo>
                    <a:pt x="68961" y="290449"/>
                  </a:lnTo>
                  <a:lnTo>
                    <a:pt x="92456" y="251587"/>
                  </a:lnTo>
                  <a:lnTo>
                    <a:pt x="118999" y="214757"/>
                  </a:lnTo>
                  <a:lnTo>
                    <a:pt x="148336" y="180213"/>
                  </a:lnTo>
                  <a:lnTo>
                    <a:pt x="180339" y="148209"/>
                  </a:lnTo>
                  <a:lnTo>
                    <a:pt x="214756" y="118872"/>
                  </a:lnTo>
                  <a:lnTo>
                    <a:pt x="251587" y="92456"/>
                  </a:lnTo>
                  <a:lnTo>
                    <a:pt x="290575" y="68834"/>
                  </a:lnTo>
                  <a:lnTo>
                    <a:pt x="331469" y="48514"/>
                  </a:lnTo>
                  <a:lnTo>
                    <a:pt x="374269" y="31496"/>
                  </a:lnTo>
                  <a:lnTo>
                    <a:pt x="418592" y="17907"/>
                  </a:lnTo>
                  <a:lnTo>
                    <a:pt x="464438" y="8001"/>
                  </a:lnTo>
                  <a:lnTo>
                    <a:pt x="511683" y="2032"/>
                  </a:lnTo>
                  <a:lnTo>
                    <a:pt x="559942" y="0"/>
                  </a:lnTo>
                  <a:lnTo>
                    <a:pt x="4560697" y="0"/>
                  </a:lnTo>
                  <a:lnTo>
                    <a:pt x="4608957" y="2032"/>
                  </a:lnTo>
                  <a:lnTo>
                    <a:pt x="4656201" y="8001"/>
                  </a:lnTo>
                  <a:lnTo>
                    <a:pt x="4702048" y="17907"/>
                  </a:lnTo>
                  <a:lnTo>
                    <a:pt x="4746371" y="31496"/>
                  </a:lnTo>
                  <a:lnTo>
                    <a:pt x="4789170" y="48514"/>
                  </a:lnTo>
                  <a:lnTo>
                    <a:pt x="4830064" y="68834"/>
                  </a:lnTo>
                  <a:lnTo>
                    <a:pt x="4869053" y="92456"/>
                  </a:lnTo>
                  <a:lnTo>
                    <a:pt x="4905883" y="118872"/>
                  </a:lnTo>
                  <a:lnTo>
                    <a:pt x="4940300" y="148209"/>
                  </a:lnTo>
                  <a:lnTo>
                    <a:pt x="4972304" y="180213"/>
                  </a:lnTo>
                  <a:lnTo>
                    <a:pt x="5001641" y="214757"/>
                  </a:lnTo>
                  <a:lnTo>
                    <a:pt x="5028183" y="251587"/>
                  </a:lnTo>
                  <a:lnTo>
                    <a:pt x="5051679" y="290449"/>
                  </a:lnTo>
                  <a:lnTo>
                    <a:pt x="5071999" y="331343"/>
                  </a:lnTo>
                  <a:lnTo>
                    <a:pt x="5089144" y="374142"/>
                  </a:lnTo>
                  <a:lnTo>
                    <a:pt x="5102606" y="418592"/>
                  </a:lnTo>
                  <a:lnTo>
                    <a:pt x="5112511" y="464439"/>
                  </a:lnTo>
                  <a:lnTo>
                    <a:pt x="5118608" y="511556"/>
                  </a:lnTo>
                  <a:lnTo>
                    <a:pt x="5120640" y="559816"/>
                  </a:lnTo>
                  <a:lnTo>
                    <a:pt x="5120640" y="2799765"/>
                  </a:lnTo>
                  <a:lnTo>
                    <a:pt x="5118608" y="2848076"/>
                  </a:lnTo>
                  <a:lnTo>
                    <a:pt x="5112511" y="2895257"/>
                  </a:lnTo>
                  <a:lnTo>
                    <a:pt x="5102606" y="2941129"/>
                  </a:lnTo>
                  <a:lnTo>
                    <a:pt x="5089144" y="2985516"/>
                  </a:lnTo>
                  <a:lnTo>
                    <a:pt x="5071999" y="3028264"/>
                  </a:lnTo>
                  <a:lnTo>
                    <a:pt x="5051679" y="3069183"/>
                  </a:lnTo>
                  <a:lnTo>
                    <a:pt x="5028183" y="3108134"/>
                  </a:lnTo>
                  <a:lnTo>
                    <a:pt x="5001641" y="3144939"/>
                  </a:lnTo>
                  <a:lnTo>
                    <a:pt x="4972304" y="3179419"/>
                  </a:lnTo>
                  <a:lnTo>
                    <a:pt x="4940300" y="3211410"/>
                  </a:lnTo>
                  <a:lnTo>
                    <a:pt x="4905883" y="3240747"/>
                  </a:lnTo>
                  <a:lnTo>
                    <a:pt x="4869053" y="3267265"/>
                  </a:lnTo>
                  <a:lnTo>
                    <a:pt x="4830064" y="3290785"/>
                  </a:lnTo>
                  <a:lnTo>
                    <a:pt x="4789170" y="3311156"/>
                  </a:lnTo>
                  <a:lnTo>
                    <a:pt x="4746371" y="3328200"/>
                  </a:lnTo>
                  <a:lnTo>
                    <a:pt x="4702048" y="3341751"/>
                  </a:lnTo>
                  <a:lnTo>
                    <a:pt x="4656201" y="3351631"/>
                  </a:lnTo>
                  <a:lnTo>
                    <a:pt x="4608957" y="3357689"/>
                  </a:lnTo>
                  <a:lnTo>
                    <a:pt x="4560697" y="3359746"/>
                  </a:lnTo>
                  <a:lnTo>
                    <a:pt x="559942" y="3359746"/>
                  </a:lnTo>
                  <a:lnTo>
                    <a:pt x="511683" y="3357689"/>
                  </a:lnTo>
                  <a:lnTo>
                    <a:pt x="464438" y="3351631"/>
                  </a:lnTo>
                  <a:lnTo>
                    <a:pt x="418592" y="3341751"/>
                  </a:lnTo>
                  <a:lnTo>
                    <a:pt x="374269" y="3328200"/>
                  </a:lnTo>
                  <a:lnTo>
                    <a:pt x="331469" y="3311156"/>
                  </a:lnTo>
                  <a:lnTo>
                    <a:pt x="290575" y="3290785"/>
                  </a:lnTo>
                  <a:lnTo>
                    <a:pt x="251587" y="3267265"/>
                  </a:lnTo>
                  <a:lnTo>
                    <a:pt x="214756" y="3240747"/>
                  </a:lnTo>
                  <a:lnTo>
                    <a:pt x="180339" y="3211410"/>
                  </a:lnTo>
                  <a:lnTo>
                    <a:pt x="148336" y="3179419"/>
                  </a:lnTo>
                  <a:lnTo>
                    <a:pt x="118999" y="3144939"/>
                  </a:lnTo>
                  <a:lnTo>
                    <a:pt x="92456" y="3108134"/>
                  </a:lnTo>
                  <a:lnTo>
                    <a:pt x="68961" y="3069183"/>
                  </a:lnTo>
                  <a:lnTo>
                    <a:pt x="48641" y="3028264"/>
                  </a:lnTo>
                  <a:lnTo>
                    <a:pt x="31495" y="2985516"/>
                  </a:lnTo>
                  <a:lnTo>
                    <a:pt x="18033" y="2941129"/>
                  </a:lnTo>
                  <a:lnTo>
                    <a:pt x="8127" y="2895257"/>
                  </a:lnTo>
                  <a:lnTo>
                    <a:pt x="2031" y="2848076"/>
                  </a:lnTo>
                  <a:lnTo>
                    <a:pt x="0" y="2799765"/>
                  </a:lnTo>
                  <a:lnTo>
                    <a:pt x="0" y="559816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8100059" y="14660164"/>
            <a:ext cx="3792220" cy="3425825"/>
            <a:chOff x="8100059" y="14660164"/>
            <a:chExt cx="3792220" cy="3425825"/>
          </a:xfrm>
        </p:grpSpPr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0059" y="14660164"/>
              <a:ext cx="3791711" cy="3425727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138159" y="14668880"/>
              <a:ext cx="3719829" cy="3359785"/>
            </a:xfrm>
            <a:custGeom>
              <a:avLst/>
              <a:gdLst/>
              <a:ahLst/>
              <a:cxnLst/>
              <a:rect l="l" t="t" r="r" b="b"/>
              <a:pathLst>
                <a:path w="3719829" h="3359784">
                  <a:moveTo>
                    <a:pt x="3159760" y="0"/>
                  </a:moveTo>
                  <a:lnTo>
                    <a:pt x="559943" y="0"/>
                  </a:lnTo>
                  <a:lnTo>
                    <a:pt x="511683" y="2032"/>
                  </a:lnTo>
                  <a:lnTo>
                    <a:pt x="464439" y="8001"/>
                  </a:lnTo>
                  <a:lnTo>
                    <a:pt x="418592" y="17907"/>
                  </a:lnTo>
                  <a:lnTo>
                    <a:pt x="374269" y="31496"/>
                  </a:lnTo>
                  <a:lnTo>
                    <a:pt x="331470" y="48514"/>
                  </a:lnTo>
                  <a:lnTo>
                    <a:pt x="290575" y="68834"/>
                  </a:lnTo>
                  <a:lnTo>
                    <a:pt x="251587" y="92456"/>
                  </a:lnTo>
                  <a:lnTo>
                    <a:pt x="214757" y="118872"/>
                  </a:lnTo>
                  <a:lnTo>
                    <a:pt x="180340" y="148209"/>
                  </a:lnTo>
                  <a:lnTo>
                    <a:pt x="148336" y="180213"/>
                  </a:lnTo>
                  <a:lnTo>
                    <a:pt x="118999" y="214757"/>
                  </a:lnTo>
                  <a:lnTo>
                    <a:pt x="92456" y="251587"/>
                  </a:lnTo>
                  <a:lnTo>
                    <a:pt x="68961" y="290449"/>
                  </a:lnTo>
                  <a:lnTo>
                    <a:pt x="48641" y="331343"/>
                  </a:lnTo>
                  <a:lnTo>
                    <a:pt x="31496" y="374142"/>
                  </a:lnTo>
                  <a:lnTo>
                    <a:pt x="18034" y="418592"/>
                  </a:lnTo>
                  <a:lnTo>
                    <a:pt x="8128" y="464439"/>
                  </a:lnTo>
                  <a:lnTo>
                    <a:pt x="2032" y="511556"/>
                  </a:lnTo>
                  <a:lnTo>
                    <a:pt x="0" y="559816"/>
                  </a:lnTo>
                  <a:lnTo>
                    <a:pt x="0" y="2799778"/>
                  </a:lnTo>
                  <a:lnTo>
                    <a:pt x="2032" y="2848102"/>
                  </a:lnTo>
                  <a:lnTo>
                    <a:pt x="8128" y="2895269"/>
                  </a:lnTo>
                  <a:lnTo>
                    <a:pt x="18034" y="2941142"/>
                  </a:lnTo>
                  <a:lnTo>
                    <a:pt x="31496" y="2985528"/>
                  </a:lnTo>
                  <a:lnTo>
                    <a:pt x="48641" y="3028276"/>
                  </a:lnTo>
                  <a:lnTo>
                    <a:pt x="68961" y="3069196"/>
                  </a:lnTo>
                  <a:lnTo>
                    <a:pt x="92456" y="3108147"/>
                  </a:lnTo>
                  <a:lnTo>
                    <a:pt x="118999" y="3144951"/>
                  </a:lnTo>
                  <a:lnTo>
                    <a:pt x="148336" y="3179432"/>
                  </a:lnTo>
                  <a:lnTo>
                    <a:pt x="180340" y="3211423"/>
                  </a:lnTo>
                  <a:lnTo>
                    <a:pt x="214757" y="3240760"/>
                  </a:lnTo>
                  <a:lnTo>
                    <a:pt x="251587" y="3267278"/>
                  </a:lnTo>
                  <a:lnTo>
                    <a:pt x="290575" y="3290811"/>
                  </a:lnTo>
                  <a:lnTo>
                    <a:pt x="331470" y="3311169"/>
                  </a:lnTo>
                  <a:lnTo>
                    <a:pt x="374269" y="3328212"/>
                  </a:lnTo>
                  <a:lnTo>
                    <a:pt x="418592" y="3341763"/>
                  </a:lnTo>
                  <a:lnTo>
                    <a:pt x="464439" y="3351644"/>
                  </a:lnTo>
                  <a:lnTo>
                    <a:pt x="511683" y="3357702"/>
                  </a:lnTo>
                  <a:lnTo>
                    <a:pt x="559943" y="3359759"/>
                  </a:lnTo>
                  <a:lnTo>
                    <a:pt x="3159760" y="3359759"/>
                  </a:lnTo>
                  <a:lnTo>
                    <a:pt x="3208020" y="3357702"/>
                  </a:lnTo>
                  <a:lnTo>
                    <a:pt x="3255264" y="3351644"/>
                  </a:lnTo>
                  <a:lnTo>
                    <a:pt x="3301111" y="3341763"/>
                  </a:lnTo>
                  <a:lnTo>
                    <a:pt x="3345434" y="3328212"/>
                  </a:lnTo>
                  <a:lnTo>
                    <a:pt x="3388233" y="3311169"/>
                  </a:lnTo>
                  <a:lnTo>
                    <a:pt x="3429127" y="3290811"/>
                  </a:lnTo>
                  <a:lnTo>
                    <a:pt x="3468116" y="3267278"/>
                  </a:lnTo>
                  <a:lnTo>
                    <a:pt x="3504946" y="3240760"/>
                  </a:lnTo>
                  <a:lnTo>
                    <a:pt x="3539363" y="3211423"/>
                  </a:lnTo>
                  <a:lnTo>
                    <a:pt x="3571367" y="3179432"/>
                  </a:lnTo>
                  <a:lnTo>
                    <a:pt x="3600704" y="3144951"/>
                  </a:lnTo>
                  <a:lnTo>
                    <a:pt x="3627247" y="3108147"/>
                  </a:lnTo>
                  <a:lnTo>
                    <a:pt x="3650742" y="3069196"/>
                  </a:lnTo>
                  <a:lnTo>
                    <a:pt x="3671062" y="3028276"/>
                  </a:lnTo>
                  <a:lnTo>
                    <a:pt x="3688207" y="2985528"/>
                  </a:lnTo>
                  <a:lnTo>
                    <a:pt x="3701669" y="2941142"/>
                  </a:lnTo>
                  <a:lnTo>
                    <a:pt x="3711575" y="2895269"/>
                  </a:lnTo>
                  <a:lnTo>
                    <a:pt x="3717671" y="2848102"/>
                  </a:lnTo>
                  <a:lnTo>
                    <a:pt x="3719703" y="2799778"/>
                  </a:lnTo>
                  <a:lnTo>
                    <a:pt x="3719703" y="559816"/>
                  </a:lnTo>
                  <a:lnTo>
                    <a:pt x="3717671" y="511556"/>
                  </a:lnTo>
                  <a:lnTo>
                    <a:pt x="3711575" y="464439"/>
                  </a:lnTo>
                  <a:lnTo>
                    <a:pt x="3701669" y="418592"/>
                  </a:lnTo>
                  <a:lnTo>
                    <a:pt x="3688207" y="374142"/>
                  </a:lnTo>
                  <a:lnTo>
                    <a:pt x="3671062" y="331343"/>
                  </a:lnTo>
                  <a:lnTo>
                    <a:pt x="3650742" y="290449"/>
                  </a:lnTo>
                  <a:lnTo>
                    <a:pt x="3627247" y="251587"/>
                  </a:lnTo>
                  <a:lnTo>
                    <a:pt x="3600704" y="214757"/>
                  </a:lnTo>
                  <a:lnTo>
                    <a:pt x="3571367" y="180213"/>
                  </a:lnTo>
                  <a:lnTo>
                    <a:pt x="3539363" y="148209"/>
                  </a:lnTo>
                  <a:lnTo>
                    <a:pt x="3504946" y="118872"/>
                  </a:lnTo>
                  <a:lnTo>
                    <a:pt x="3468116" y="92456"/>
                  </a:lnTo>
                  <a:lnTo>
                    <a:pt x="3429127" y="68834"/>
                  </a:lnTo>
                  <a:lnTo>
                    <a:pt x="3388233" y="48514"/>
                  </a:lnTo>
                  <a:lnTo>
                    <a:pt x="3345434" y="31496"/>
                  </a:lnTo>
                  <a:lnTo>
                    <a:pt x="3301111" y="17907"/>
                  </a:lnTo>
                  <a:lnTo>
                    <a:pt x="3255264" y="8001"/>
                  </a:lnTo>
                  <a:lnTo>
                    <a:pt x="3208020" y="2032"/>
                  </a:lnTo>
                  <a:lnTo>
                    <a:pt x="3159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138159" y="14668880"/>
              <a:ext cx="3719829" cy="3359785"/>
            </a:xfrm>
            <a:custGeom>
              <a:avLst/>
              <a:gdLst/>
              <a:ahLst/>
              <a:cxnLst/>
              <a:rect l="l" t="t" r="r" b="b"/>
              <a:pathLst>
                <a:path w="3719829" h="3359784">
                  <a:moveTo>
                    <a:pt x="0" y="559816"/>
                  </a:moveTo>
                  <a:lnTo>
                    <a:pt x="2032" y="511556"/>
                  </a:lnTo>
                  <a:lnTo>
                    <a:pt x="8128" y="464439"/>
                  </a:lnTo>
                  <a:lnTo>
                    <a:pt x="18034" y="418592"/>
                  </a:lnTo>
                  <a:lnTo>
                    <a:pt x="31496" y="374142"/>
                  </a:lnTo>
                  <a:lnTo>
                    <a:pt x="48641" y="331343"/>
                  </a:lnTo>
                  <a:lnTo>
                    <a:pt x="68961" y="290449"/>
                  </a:lnTo>
                  <a:lnTo>
                    <a:pt x="92456" y="251587"/>
                  </a:lnTo>
                  <a:lnTo>
                    <a:pt x="118999" y="214757"/>
                  </a:lnTo>
                  <a:lnTo>
                    <a:pt x="148336" y="180213"/>
                  </a:lnTo>
                  <a:lnTo>
                    <a:pt x="180340" y="148209"/>
                  </a:lnTo>
                  <a:lnTo>
                    <a:pt x="214757" y="118872"/>
                  </a:lnTo>
                  <a:lnTo>
                    <a:pt x="251587" y="92456"/>
                  </a:lnTo>
                  <a:lnTo>
                    <a:pt x="290575" y="68834"/>
                  </a:lnTo>
                  <a:lnTo>
                    <a:pt x="331470" y="48514"/>
                  </a:lnTo>
                  <a:lnTo>
                    <a:pt x="374269" y="31496"/>
                  </a:lnTo>
                  <a:lnTo>
                    <a:pt x="418592" y="17907"/>
                  </a:lnTo>
                  <a:lnTo>
                    <a:pt x="464439" y="8001"/>
                  </a:lnTo>
                  <a:lnTo>
                    <a:pt x="511683" y="2032"/>
                  </a:lnTo>
                  <a:lnTo>
                    <a:pt x="559943" y="0"/>
                  </a:lnTo>
                  <a:lnTo>
                    <a:pt x="3159760" y="0"/>
                  </a:lnTo>
                  <a:lnTo>
                    <a:pt x="3208020" y="2032"/>
                  </a:lnTo>
                  <a:lnTo>
                    <a:pt x="3255264" y="8001"/>
                  </a:lnTo>
                  <a:lnTo>
                    <a:pt x="3301111" y="17907"/>
                  </a:lnTo>
                  <a:lnTo>
                    <a:pt x="3345434" y="31496"/>
                  </a:lnTo>
                  <a:lnTo>
                    <a:pt x="3388233" y="48514"/>
                  </a:lnTo>
                  <a:lnTo>
                    <a:pt x="3429127" y="68834"/>
                  </a:lnTo>
                  <a:lnTo>
                    <a:pt x="3468116" y="92456"/>
                  </a:lnTo>
                  <a:lnTo>
                    <a:pt x="3504946" y="118872"/>
                  </a:lnTo>
                  <a:lnTo>
                    <a:pt x="3539363" y="148209"/>
                  </a:lnTo>
                  <a:lnTo>
                    <a:pt x="3571367" y="180213"/>
                  </a:lnTo>
                  <a:lnTo>
                    <a:pt x="3600704" y="214757"/>
                  </a:lnTo>
                  <a:lnTo>
                    <a:pt x="3627247" y="251587"/>
                  </a:lnTo>
                  <a:lnTo>
                    <a:pt x="3650742" y="290449"/>
                  </a:lnTo>
                  <a:lnTo>
                    <a:pt x="3671062" y="331343"/>
                  </a:lnTo>
                  <a:lnTo>
                    <a:pt x="3688207" y="374142"/>
                  </a:lnTo>
                  <a:lnTo>
                    <a:pt x="3701669" y="418592"/>
                  </a:lnTo>
                  <a:lnTo>
                    <a:pt x="3711575" y="464439"/>
                  </a:lnTo>
                  <a:lnTo>
                    <a:pt x="3717671" y="511556"/>
                  </a:lnTo>
                  <a:lnTo>
                    <a:pt x="3719703" y="559816"/>
                  </a:lnTo>
                  <a:lnTo>
                    <a:pt x="3719703" y="2799778"/>
                  </a:lnTo>
                  <a:lnTo>
                    <a:pt x="3717671" y="2848102"/>
                  </a:lnTo>
                  <a:lnTo>
                    <a:pt x="3711575" y="2895269"/>
                  </a:lnTo>
                  <a:lnTo>
                    <a:pt x="3701669" y="2941142"/>
                  </a:lnTo>
                  <a:lnTo>
                    <a:pt x="3688207" y="2985528"/>
                  </a:lnTo>
                  <a:lnTo>
                    <a:pt x="3671062" y="3028276"/>
                  </a:lnTo>
                  <a:lnTo>
                    <a:pt x="3650742" y="3069196"/>
                  </a:lnTo>
                  <a:lnTo>
                    <a:pt x="3627247" y="3108147"/>
                  </a:lnTo>
                  <a:lnTo>
                    <a:pt x="3600704" y="3144951"/>
                  </a:lnTo>
                  <a:lnTo>
                    <a:pt x="3571367" y="3179432"/>
                  </a:lnTo>
                  <a:lnTo>
                    <a:pt x="3539363" y="3211423"/>
                  </a:lnTo>
                  <a:lnTo>
                    <a:pt x="3504946" y="3240760"/>
                  </a:lnTo>
                  <a:lnTo>
                    <a:pt x="3468116" y="3267278"/>
                  </a:lnTo>
                  <a:lnTo>
                    <a:pt x="3429127" y="3290811"/>
                  </a:lnTo>
                  <a:lnTo>
                    <a:pt x="3388233" y="3311169"/>
                  </a:lnTo>
                  <a:lnTo>
                    <a:pt x="3345434" y="3328212"/>
                  </a:lnTo>
                  <a:lnTo>
                    <a:pt x="3301111" y="3341763"/>
                  </a:lnTo>
                  <a:lnTo>
                    <a:pt x="3255264" y="3351644"/>
                  </a:lnTo>
                  <a:lnTo>
                    <a:pt x="3208020" y="3357702"/>
                  </a:lnTo>
                  <a:lnTo>
                    <a:pt x="3159760" y="3359759"/>
                  </a:lnTo>
                  <a:lnTo>
                    <a:pt x="559943" y="3359759"/>
                  </a:lnTo>
                  <a:lnTo>
                    <a:pt x="511683" y="3357702"/>
                  </a:lnTo>
                  <a:lnTo>
                    <a:pt x="464439" y="3351644"/>
                  </a:lnTo>
                  <a:lnTo>
                    <a:pt x="418592" y="3341763"/>
                  </a:lnTo>
                  <a:lnTo>
                    <a:pt x="374269" y="3328212"/>
                  </a:lnTo>
                  <a:lnTo>
                    <a:pt x="331470" y="3311169"/>
                  </a:lnTo>
                  <a:lnTo>
                    <a:pt x="290575" y="3290811"/>
                  </a:lnTo>
                  <a:lnTo>
                    <a:pt x="251587" y="3267278"/>
                  </a:lnTo>
                  <a:lnTo>
                    <a:pt x="214757" y="3240760"/>
                  </a:lnTo>
                  <a:lnTo>
                    <a:pt x="180340" y="3211423"/>
                  </a:lnTo>
                  <a:lnTo>
                    <a:pt x="148336" y="3179432"/>
                  </a:lnTo>
                  <a:lnTo>
                    <a:pt x="118999" y="3144951"/>
                  </a:lnTo>
                  <a:lnTo>
                    <a:pt x="92456" y="3108147"/>
                  </a:lnTo>
                  <a:lnTo>
                    <a:pt x="68961" y="3069196"/>
                  </a:lnTo>
                  <a:lnTo>
                    <a:pt x="48641" y="3028276"/>
                  </a:lnTo>
                  <a:lnTo>
                    <a:pt x="31496" y="2985528"/>
                  </a:lnTo>
                  <a:lnTo>
                    <a:pt x="18034" y="2941142"/>
                  </a:lnTo>
                  <a:lnTo>
                    <a:pt x="8128" y="2895269"/>
                  </a:lnTo>
                  <a:lnTo>
                    <a:pt x="2032" y="2848102"/>
                  </a:lnTo>
                  <a:lnTo>
                    <a:pt x="0" y="2799778"/>
                  </a:lnTo>
                  <a:lnTo>
                    <a:pt x="0" y="559816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2633472" y="2004895"/>
            <a:ext cx="3752215" cy="2191385"/>
            <a:chOff x="2633472" y="2004895"/>
            <a:chExt cx="3752215" cy="2191385"/>
          </a:xfrm>
        </p:grpSpPr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33472" y="2004895"/>
              <a:ext cx="3752088" cy="219131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672080" y="2014346"/>
              <a:ext cx="3680460" cy="2125980"/>
            </a:xfrm>
            <a:custGeom>
              <a:avLst/>
              <a:gdLst/>
              <a:ahLst/>
              <a:cxnLst/>
              <a:rect l="l" t="t" r="r" b="b"/>
              <a:pathLst>
                <a:path w="3680460" h="2125979">
                  <a:moveTo>
                    <a:pt x="3326256" y="0"/>
                  </a:moveTo>
                  <a:lnTo>
                    <a:pt x="354330" y="0"/>
                  </a:lnTo>
                  <a:lnTo>
                    <a:pt x="306196" y="3175"/>
                  </a:lnTo>
                  <a:lnTo>
                    <a:pt x="260095" y="12573"/>
                  </a:lnTo>
                  <a:lnTo>
                    <a:pt x="216407" y="27813"/>
                  </a:lnTo>
                  <a:lnTo>
                    <a:pt x="175513" y="48260"/>
                  </a:lnTo>
                  <a:lnTo>
                    <a:pt x="137794" y="73787"/>
                  </a:lnTo>
                  <a:lnTo>
                    <a:pt x="103758" y="103759"/>
                  </a:lnTo>
                  <a:lnTo>
                    <a:pt x="73787" y="137795"/>
                  </a:lnTo>
                  <a:lnTo>
                    <a:pt x="48387" y="175387"/>
                  </a:lnTo>
                  <a:lnTo>
                    <a:pt x="27812" y="216281"/>
                  </a:lnTo>
                  <a:lnTo>
                    <a:pt x="12700" y="260096"/>
                  </a:lnTo>
                  <a:lnTo>
                    <a:pt x="3175" y="306197"/>
                  </a:lnTo>
                  <a:lnTo>
                    <a:pt x="0" y="354330"/>
                  </a:lnTo>
                  <a:lnTo>
                    <a:pt x="0" y="1771396"/>
                  </a:lnTo>
                  <a:lnTo>
                    <a:pt x="3175" y="1819402"/>
                  </a:lnTo>
                  <a:lnTo>
                    <a:pt x="12700" y="1865503"/>
                  </a:lnTo>
                  <a:lnTo>
                    <a:pt x="27812" y="1909191"/>
                  </a:lnTo>
                  <a:lnTo>
                    <a:pt x="48387" y="1950085"/>
                  </a:lnTo>
                  <a:lnTo>
                    <a:pt x="73787" y="1987804"/>
                  </a:lnTo>
                  <a:lnTo>
                    <a:pt x="103758" y="2021840"/>
                  </a:lnTo>
                  <a:lnTo>
                    <a:pt x="137794" y="2051685"/>
                  </a:lnTo>
                  <a:lnTo>
                    <a:pt x="175513" y="2077212"/>
                  </a:lnTo>
                  <a:lnTo>
                    <a:pt x="216407" y="2097659"/>
                  </a:lnTo>
                  <a:lnTo>
                    <a:pt x="260095" y="2112899"/>
                  </a:lnTo>
                  <a:lnTo>
                    <a:pt x="306196" y="2122297"/>
                  </a:lnTo>
                  <a:lnTo>
                    <a:pt x="354330" y="2125599"/>
                  </a:lnTo>
                  <a:lnTo>
                    <a:pt x="3326256" y="2125599"/>
                  </a:lnTo>
                  <a:lnTo>
                    <a:pt x="3374390" y="2122297"/>
                  </a:lnTo>
                  <a:lnTo>
                    <a:pt x="3420491" y="2112899"/>
                  </a:lnTo>
                  <a:lnTo>
                    <a:pt x="3464179" y="2097659"/>
                  </a:lnTo>
                  <a:lnTo>
                    <a:pt x="3505073" y="2077212"/>
                  </a:lnTo>
                  <a:lnTo>
                    <a:pt x="3542792" y="2051685"/>
                  </a:lnTo>
                  <a:lnTo>
                    <a:pt x="3576701" y="2021840"/>
                  </a:lnTo>
                  <a:lnTo>
                    <a:pt x="3606673" y="1987804"/>
                  </a:lnTo>
                  <a:lnTo>
                    <a:pt x="3632073" y="1950085"/>
                  </a:lnTo>
                  <a:lnTo>
                    <a:pt x="3652647" y="1909191"/>
                  </a:lnTo>
                  <a:lnTo>
                    <a:pt x="3667759" y="1865503"/>
                  </a:lnTo>
                  <a:lnTo>
                    <a:pt x="3677284" y="1819402"/>
                  </a:lnTo>
                  <a:lnTo>
                    <a:pt x="3680459" y="1771396"/>
                  </a:lnTo>
                  <a:lnTo>
                    <a:pt x="3680459" y="354330"/>
                  </a:lnTo>
                  <a:lnTo>
                    <a:pt x="3677284" y="306197"/>
                  </a:lnTo>
                  <a:lnTo>
                    <a:pt x="3667759" y="260096"/>
                  </a:lnTo>
                  <a:lnTo>
                    <a:pt x="3652647" y="216281"/>
                  </a:lnTo>
                  <a:lnTo>
                    <a:pt x="3632073" y="175387"/>
                  </a:lnTo>
                  <a:lnTo>
                    <a:pt x="3606673" y="137795"/>
                  </a:lnTo>
                  <a:lnTo>
                    <a:pt x="3576701" y="103759"/>
                  </a:lnTo>
                  <a:lnTo>
                    <a:pt x="3542792" y="73787"/>
                  </a:lnTo>
                  <a:lnTo>
                    <a:pt x="3505073" y="48260"/>
                  </a:lnTo>
                  <a:lnTo>
                    <a:pt x="3464179" y="27813"/>
                  </a:lnTo>
                  <a:lnTo>
                    <a:pt x="3420491" y="12573"/>
                  </a:lnTo>
                  <a:lnTo>
                    <a:pt x="3374390" y="3175"/>
                  </a:lnTo>
                  <a:lnTo>
                    <a:pt x="3326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672080" y="2014346"/>
              <a:ext cx="3680460" cy="2125980"/>
            </a:xfrm>
            <a:custGeom>
              <a:avLst/>
              <a:gdLst/>
              <a:ahLst/>
              <a:cxnLst/>
              <a:rect l="l" t="t" r="r" b="b"/>
              <a:pathLst>
                <a:path w="3680460" h="2125979">
                  <a:moveTo>
                    <a:pt x="0" y="354330"/>
                  </a:moveTo>
                  <a:lnTo>
                    <a:pt x="3175" y="306197"/>
                  </a:lnTo>
                  <a:lnTo>
                    <a:pt x="12700" y="260096"/>
                  </a:lnTo>
                  <a:lnTo>
                    <a:pt x="27812" y="216281"/>
                  </a:lnTo>
                  <a:lnTo>
                    <a:pt x="48387" y="175387"/>
                  </a:lnTo>
                  <a:lnTo>
                    <a:pt x="73787" y="137795"/>
                  </a:lnTo>
                  <a:lnTo>
                    <a:pt x="103758" y="103759"/>
                  </a:lnTo>
                  <a:lnTo>
                    <a:pt x="137794" y="73787"/>
                  </a:lnTo>
                  <a:lnTo>
                    <a:pt x="175513" y="48260"/>
                  </a:lnTo>
                  <a:lnTo>
                    <a:pt x="216407" y="27813"/>
                  </a:lnTo>
                  <a:lnTo>
                    <a:pt x="260095" y="12573"/>
                  </a:lnTo>
                  <a:lnTo>
                    <a:pt x="306196" y="3175"/>
                  </a:lnTo>
                  <a:lnTo>
                    <a:pt x="354330" y="0"/>
                  </a:lnTo>
                  <a:lnTo>
                    <a:pt x="3326256" y="0"/>
                  </a:lnTo>
                  <a:lnTo>
                    <a:pt x="3374390" y="3175"/>
                  </a:lnTo>
                  <a:lnTo>
                    <a:pt x="3420491" y="12573"/>
                  </a:lnTo>
                  <a:lnTo>
                    <a:pt x="3464179" y="27813"/>
                  </a:lnTo>
                  <a:lnTo>
                    <a:pt x="3505073" y="48260"/>
                  </a:lnTo>
                  <a:lnTo>
                    <a:pt x="3542792" y="73787"/>
                  </a:lnTo>
                  <a:lnTo>
                    <a:pt x="3576701" y="103759"/>
                  </a:lnTo>
                  <a:lnTo>
                    <a:pt x="3606673" y="137795"/>
                  </a:lnTo>
                  <a:lnTo>
                    <a:pt x="3632073" y="175387"/>
                  </a:lnTo>
                  <a:lnTo>
                    <a:pt x="3652647" y="216281"/>
                  </a:lnTo>
                  <a:lnTo>
                    <a:pt x="3667759" y="260096"/>
                  </a:lnTo>
                  <a:lnTo>
                    <a:pt x="3677284" y="306197"/>
                  </a:lnTo>
                  <a:lnTo>
                    <a:pt x="3680459" y="354330"/>
                  </a:lnTo>
                  <a:lnTo>
                    <a:pt x="3680459" y="1771396"/>
                  </a:lnTo>
                  <a:lnTo>
                    <a:pt x="3677284" y="1819402"/>
                  </a:lnTo>
                  <a:lnTo>
                    <a:pt x="3667759" y="1865503"/>
                  </a:lnTo>
                  <a:lnTo>
                    <a:pt x="3652647" y="1909191"/>
                  </a:lnTo>
                  <a:lnTo>
                    <a:pt x="3632073" y="1950085"/>
                  </a:lnTo>
                  <a:lnTo>
                    <a:pt x="3606673" y="1987804"/>
                  </a:lnTo>
                  <a:lnTo>
                    <a:pt x="3576701" y="2021840"/>
                  </a:lnTo>
                  <a:lnTo>
                    <a:pt x="3542792" y="2051685"/>
                  </a:lnTo>
                  <a:lnTo>
                    <a:pt x="3505073" y="2077212"/>
                  </a:lnTo>
                  <a:lnTo>
                    <a:pt x="3464179" y="2097659"/>
                  </a:lnTo>
                  <a:lnTo>
                    <a:pt x="3420491" y="2112899"/>
                  </a:lnTo>
                  <a:lnTo>
                    <a:pt x="3374390" y="2122297"/>
                  </a:lnTo>
                  <a:lnTo>
                    <a:pt x="3326256" y="2125599"/>
                  </a:lnTo>
                  <a:lnTo>
                    <a:pt x="354330" y="2125599"/>
                  </a:lnTo>
                  <a:lnTo>
                    <a:pt x="306196" y="2122297"/>
                  </a:lnTo>
                  <a:lnTo>
                    <a:pt x="260095" y="2112899"/>
                  </a:lnTo>
                  <a:lnTo>
                    <a:pt x="216407" y="2097659"/>
                  </a:lnTo>
                  <a:lnTo>
                    <a:pt x="175513" y="2077212"/>
                  </a:lnTo>
                  <a:lnTo>
                    <a:pt x="137794" y="2051685"/>
                  </a:lnTo>
                  <a:lnTo>
                    <a:pt x="103758" y="2021840"/>
                  </a:lnTo>
                  <a:lnTo>
                    <a:pt x="73787" y="1987804"/>
                  </a:lnTo>
                  <a:lnTo>
                    <a:pt x="48387" y="1950085"/>
                  </a:lnTo>
                  <a:lnTo>
                    <a:pt x="27812" y="1909191"/>
                  </a:lnTo>
                  <a:lnTo>
                    <a:pt x="12700" y="1865503"/>
                  </a:lnTo>
                  <a:lnTo>
                    <a:pt x="3175" y="1819402"/>
                  </a:lnTo>
                  <a:lnTo>
                    <a:pt x="0" y="1771396"/>
                  </a:lnTo>
                  <a:lnTo>
                    <a:pt x="0" y="35433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676655" y="5325516"/>
            <a:ext cx="2110740" cy="501650"/>
            <a:chOff x="676655" y="5325516"/>
            <a:chExt cx="2110740" cy="501650"/>
          </a:xfrm>
        </p:grpSpPr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655" y="5325516"/>
              <a:ext cx="2110740" cy="50137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31519" y="5349875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40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80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1519" y="5349875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40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39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2163" y="2159126"/>
            <a:ext cx="1775713" cy="1438655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676655" y="7811096"/>
            <a:ext cx="2110740" cy="503555"/>
            <a:chOff x="676655" y="7811096"/>
            <a:chExt cx="2110740" cy="503555"/>
          </a:xfrm>
        </p:grpSpPr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655" y="7811096"/>
              <a:ext cx="2110740" cy="502958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31519" y="7836153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1805940" y="0"/>
                  </a:moveTo>
                  <a:lnTo>
                    <a:pt x="0" y="0"/>
                  </a:lnTo>
                  <a:lnTo>
                    <a:pt x="205739" y="205740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80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31519" y="7836153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79">
                  <a:moveTo>
                    <a:pt x="0" y="0"/>
                  </a:moveTo>
                  <a:lnTo>
                    <a:pt x="1805940" y="0"/>
                  </a:lnTo>
                  <a:lnTo>
                    <a:pt x="2011680" y="205740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39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6752843" y="7811096"/>
            <a:ext cx="2110740" cy="503555"/>
            <a:chOff x="6752843" y="7811096"/>
            <a:chExt cx="2110740" cy="503555"/>
          </a:xfrm>
        </p:grpSpPr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52843" y="7811096"/>
              <a:ext cx="2110740" cy="502958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807580" y="7836153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1805940" y="0"/>
                  </a:moveTo>
                  <a:lnTo>
                    <a:pt x="0" y="0"/>
                  </a:lnTo>
                  <a:lnTo>
                    <a:pt x="205740" y="205740"/>
                  </a:lnTo>
                  <a:lnTo>
                    <a:pt x="0" y="411479"/>
                  </a:lnTo>
                  <a:lnTo>
                    <a:pt x="1805940" y="411479"/>
                  </a:lnTo>
                  <a:lnTo>
                    <a:pt x="2011679" y="205740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807580" y="7836153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79">
                  <a:moveTo>
                    <a:pt x="0" y="0"/>
                  </a:moveTo>
                  <a:lnTo>
                    <a:pt x="1805940" y="0"/>
                  </a:lnTo>
                  <a:lnTo>
                    <a:pt x="2011679" y="205740"/>
                  </a:lnTo>
                  <a:lnTo>
                    <a:pt x="1805940" y="411479"/>
                  </a:lnTo>
                  <a:lnTo>
                    <a:pt x="0" y="411479"/>
                  </a:lnTo>
                  <a:lnTo>
                    <a:pt x="205740" y="205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676655" y="11860390"/>
            <a:ext cx="3394075" cy="661670"/>
            <a:chOff x="676655" y="11860390"/>
            <a:chExt cx="3394075" cy="661670"/>
          </a:xfrm>
        </p:grpSpPr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6655" y="11860390"/>
              <a:ext cx="3393948" cy="661301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31519" y="11884659"/>
              <a:ext cx="3295015" cy="570865"/>
            </a:xfrm>
            <a:custGeom>
              <a:avLst/>
              <a:gdLst/>
              <a:ahLst/>
              <a:cxnLst/>
              <a:rect l="l" t="t" r="r" b="b"/>
              <a:pathLst>
                <a:path w="3295015" h="570865">
                  <a:moveTo>
                    <a:pt x="3009646" y="0"/>
                  </a:moveTo>
                  <a:lnTo>
                    <a:pt x="0" y="0"/>
                  </a:lnTo>
                  <a:lnTo>
                    <a:pt x="285356" y="285242"/>
                  </a:lnTo>
                  <a:lnTo>
                    <a:pt x="0" y="570738"/>
                  </a:lnTo>
                  <a:lnTo>
                    <a:pt x="3009646" y="570738"/>
                  </a:lnTo>
                  <a:lnTo>
                    <a:pt x="3295015" y="285242"/>
                  </a:lnTo>
                  <a:lnTo>
                    <a:pt x="3009646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31519" y="11884659"/>
              <a:ext cx="3295015" cy="570865"/>
            </a:xfrm>
            <a:custGeom>
              <a:avLst/>
              <a:gdLst/>
              <a:ahLst/>
              <a:cxnLst/>
              <a:rect l="l" t="t" r="r" b="b"/>
              <a:pathLst>
                <a:path w="3295015" h="570865">
                  <a:moveTo>
                    <a:pt x="0" y="0"/>
                  </a:moveTo>
                  <a:lnTo>
                    <a:pt x="3009646" y="0"/>
                  </a:lnTo>
                  <a:lnTo>
                    <a:pt x="3295015" y="285242"/>
                  </a:lnTo>
                  <a:lnTo>
                    <a:pt x="3009646" y="570738"/>
                  </a:lnTo>
                  <a:lnTo>
                    <a:pt x="0" y="570738"/>
                  </a:lnTo>
                  <a:lnTo>
                    <a:pt x="285356" y="2852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402336" y="14644648"/>
            <a:ext cx="2110740" cy="501650"/>
            <a:chOff x="402336" y="14644648"/>
            <a:chExt cx="2110740" cy="501650"/>
          </a:xfrm>
        </p:grpSpPr>
        <p:pic>
          <p:nvPicPr>
            <p:cNvPr id="54" name="object 5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2336" y="14644648"/>
              <a:ext cx="2110740" cy="501370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457200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80">
                  <a:moveTo>
                    <a:pt x="1805939" y="0"/>
                  </a:moveTo>
                  <a:lnTo>
                    <a:pt x="0" y="0"/>
                  </a:lnTo>
                  <a:lnTo>
                    <a:pt x="205740" y="205613"/>
                  </a:lnTo>
                  <a:lnTo>
                    <a:pt x="0" y="411480"/>
                  </a:lnTo>
                  <a:lnTo>
                    <a:pt x="1805939" y="411480"/>
                  </a:lnTo>
                  <a:lnTo>
                    <a:pt x="2011680" y="205613"/>
                  </a:lnTo>
                  <a:lnTo>
                    <a:pt x="1805939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57200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80" h="411480">
                  <a:moveTo>
                    <a:pt x="0" y="0"/>
                  </a:moveTo>
                  <a:lnTo>
                    <a:pt x="1805939" y="0"/>
                  </a:lnTo>
                  <a:lnTo>
                    <a:pt x="2011680" y="205613"/>
                  </a:lnTo>
                  <a:lnTo>
                    <a:pt x="1805939" y="411480"/>
                  </a:lnTo>
                  <a:lnTo>
                    <a:pt x="0" y="411480"/>
                  </a:lnTo>
                  <a:lnTo>
                    <a:pt x="205740" y="2056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2970276" y="14644648"/>
            <a:ext cx="2110740" cy="501650"/>
            <a:chOff x="2970276" y="14644648"/>
            <a:chExt cx="2110740" cy="501650"/>
          </a:xfrm>
        </p:grpSpPr>
        <p:pic>
          <p:nvPicPr>
            <p:cNvPr id="58" name="object 5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70276" y="14644648"/>
              <a:ext cx="2110740" cy="501370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3024505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39" y="205613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80" y="205613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024505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80" y="205613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39" y="2056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8426195" y="14644648"/>
            <a:ext cx="2110740" cy="501650"/>
            <a:chOff x="8426195" y="14644648"/>
            <a:chExt cx="2110740" cy="501650"/>
          </a:xfrm>
        </p:grpSpPr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26195" y="14644648"/>
              <a:ext cx="2110740" cy="501370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8480551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1805940" y="0"/>
                  </a:moveTo>
                  <a:lnTo>
                    <a:pt x="0" y="0"/>
                  </a:lnTo>
                  <a:lnTo>
                    <a:pt x="205740" y="205613"/>
                  </a:lnTo>
                  <a:lnTo>
                    <a:pt x="0" y="411480"/>
                  </a:lnTo>
                  <a:lnTo>
                    <a:pt x="1805940" y="411480"/>
                  </a:lnTo>
                  <a:lnTo>
                    <a:pt x="2011679" y="205613"/>
                  </a:lnTo>
                  <a:lnTo>
                    <a:pt x="1805940" y="0"/>
                  </a:lnTo>
                  <a:close/>
                </a:path>
              </a:pathLst>
            </a:custGeom>
            <a:solidFill>
              <a:srgbClr val="0080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480551" y="14668880"/>
              <a:ext cx="2011680" cy="411480"/>
            </a:xfrm>
            <a:custGeom>
              <a:avLst/>
              <a:gdLst/>
              <a:ahLst/>
              <a:cxnLst/>
              <a:rect l="l" t="t" r="r" b="b"/>
              <a:pathLst>
                <a:path w="2011679" h="411480">
                  <a:moveTo>
                    <a:pt x="0" y="0"/>
                  </a:moveTo>
                  <a:lnTo>
                    <a:pt x="1805940" y="0"/>
                  </a:lnTo>
                  <a:lnTo>
                    <a:pt x="2011679" y="205613"/>
                  </a:lnTo>
                  <a:lnTo>
                    <a:pt x="1805940" y="411480"/>
                  </a:lnTo>
                  <a:lnTo>
                    <a:pt x="0" y="411480"/>
                  </a:lnTo>
                  <a:lnTo>
                    <a:pt x="205740" y="2056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80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-57150" y="-56516"/>
            <a:ext cx="12303125" cy="18397855"/>
            <a:chOff x="-57150" y="-56516"/>
            <a:chExt cx="12303125" cy="18397855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61881" y="5761354"/>
              <a:ext cx="2060702" cy="187452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570"/>
              <a:ext cx="12188951" cy="1828342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0" y="633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5875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570"/>
              <a:ext cx="12188951" cy="18283426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0" y="633"/>
              <a:ext cx="12188825" cy="18283555"/>
            </a:xfrm>
            <a:custGeom>
              <a:avLst/>
              <a:gdLst/>
              <a:ahLst/>
              <a:cxnLst/>
              <a:rect l="l" t="t" r="r" b="b"/>
              <a:pathLst>
                <a:path w="12188825" h="18283555">
                  <a:moveTo>
                    <a:pt x="0" y="18283174"/>
                  </a:moveTo>
                  <a:lnTo>
                    <a:pt x="12188825" y="18283174"/>
                  </a:lnTo>
                  <a:lnTo>
                    <a:pt x="12188825" y="0"/>
                  </a:lnTo>
                  <a:lnTo>
                    <a:pt x="0" y="0"/>
                  </a:lnTo>
                  <a:lnTo>
                    <a:pt x="0" y="18283174"/>
                  </a:lnTo>
                  <a:close/>
                </a:path>
              </a:pathLst>
            </a:custGeom>
            <a:ln w="114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0334" y="8312022"/>
              <a:ext cx="4976495" cy="3130042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26403" y="8312022"/>
              <a:ext cx="5176520" cy="313169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0334" y="12542139"/>
              <a:ext cx="3622929" cy="180263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30827" y="11999595"/>
              <a:ext cx="3622929" cy="2348356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73390" y="11999595"/>
              <a:ext cx="3622929" cy="2347849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4128" y="15145638"/>
              <a:ext cx="1777619" cy="1899920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81883" y="15419450"/>
              <a:ext cx="1090142" cy="1439926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45788" y="15419196"/>
              <a:ext cx="1063878" cy="1440052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92546" y="15419196"/>
              <a:ext cx="959993" cy="1440052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26403" y="15419196"/>
              <a:ext cx="1172946" cy="1440052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64906" y="15339503"/>
              <a:ext cx="1044003" cy="1044003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472168" y="15339503"/>
              <a:ext cx="1044003" cy="104400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691368" y="15339503"/>
              <a:ext cx="1044003" cy="104400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03853" y="2043049"/>
              <a:ext cx="1305814" cy="1368044"/>
            </a:xfrm>
            <a:prstGeom prst="rect">
              <a:avLst/>
            </a:prstGeom>
          </p:spPr>
        </p:pic>
      </p:grpSp>
      <p:sp>
        <p:nvSpPr>
          <p:cNvPr id="85" name="object 85" descr=""/>
          <p:cNvSpPr txBox="1"/>
          <p:nvPr/>
        </p:nvSpPr>
        <p:spPr>
          <a:xfrm>
            <a:off x="3311397" y="516207"/>
            <a:ext cx="6122670" cy="120650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R="45085">
              <a:lnSpc>
                <a:spcPct val="100000"/>
              </a:lnSpc>
              <a:spcBef>
                <a:spcPts val="1090"/>
              </a:spcBef>
            </a:pPr>
            <a:r>
              <a:rPr dirty="0" sz="2800" spc="-25" b="1">
                <a:solidFill>
                  <a:srgbClr val="1F477B"/>
                </a:solidFill>
                <a:latin typeface="Times New Roman"/>
                <a:cs typeface="Times New Roman"/>
              </a:rPr>
              <a:t>P</a:t>
            </a:r>
            <a:r>
              <a:rPr dirty="0" sz="2800" spc="-175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77B"/>
                </a:solidFill>
                <a:latin typeface="Times New Roman"/>
                <a:cs typeface="Times New Roman"/>
              </a:rPr>
              <a:t>E</a:t>
            </a:r>
            <a:r>
              <a:rPr dirty="0" sz="2800" spc="-155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77B"/>
                </a:solidFill>
                <a:latin typeface="Times New Roman"/>
                <a:cs typeface="Times New Roman"/>
              </a:rPr>
              <a:t>S</a:t>
            </a:r>
            <a:r>
              <a:rPr dirty="0" sz="2800" spc="-8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77B"/>
                </a:solidFill>
                <a:latin typeface="Times New Roman"/>
                <a:cs typeface="Times New Roman"/>
              </a:rPr>
              <a:t>College</a:t>
            </a:r>
            <a:r>
              <a:rPr dirty="0" sz="2800" spc="-95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dirty="0" sz="2800" spc="-9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1F477B"/>
                </a:solidFill>
                <a:latin typeface="Times New Roman"/>
                <a:cs typeface="Times New Roman"/>
              </a:rPr>
              <a:t>Engineering,</a:t>
            </a:r>
            <a:r>
              <a:rPr dirty="0" sz="2800" spc="-8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1F477B"/>
                </a:solidFill>
                <a:latin typeface="Times New Roman"/>
                <a:cs typeface="Times New Roman"/>
              </a:rPr>
              <a:t>Mandya</a:t>
            </a:r>
            <a:endParaRPr sz="2800">
              <a:latin typeface="Times New Roman"/>
              <a:cs typeface="Times New Roman"/>
            </a:endParaRPr>
          </a:p>
          <a:p>
            <a:pPr algn="ctr" marL="12700" marR="5080">
              <a:lnSpc>
                <a:spcPts val="2150"/>
              </a:lnSpc>
              <a:spcBef>
                <a:spcPts val="720"/>
              </a:spcBef>
            </a:pPr>
            <a:r>
              <a:rPr dirty="0" sz="1800" spc="-30" b="1">
                <a:solidFill>
                  <a:srgbClr val="1F477B"/>
                </a:solidFill>
                <a:latin typeface="Times New Roman"/>
                <a:cs typeface="Times New Roman"/>
              </a:rPr>
              <a:t>AN</a:t>
            </a:r>
            <a:r>
              <a:rPr dirty="0" sz="1800" spc="-9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F477B"/>
                </a:solidFill>
                <a:latin typeface="Times New Roman"/>
                <a:cs typeface="Times New Roman"/>
              </a:rPr>
              <a:t>(AUTONOMOUS</a:t>
            </a:r>
            <a:r>
              <a:rPr dirty="0" sz="1800" spc="-55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F477B"/>
                </a:solidFill>
                <a:latin typeface="Times New Roman"/>
                <a:cs typeface="Times New Roman"/>
              </a:rPr>
              <a:t>INSTITUTE</a:t>
            </a:r>
            <a:r>
              <a:rPr dirty="0" sz="1800" spc="-6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F477B"/>
                </a:solidFill>
                <a:latin typeface="Times New Roman"/>
                <a:cs typeface="Times New Roman"/>
              </a:rPr>
              <a:t>UNDER</a:t>
            </a:r>
            <a:r>
              <a:rPr dirty="0" sz="1800" spc="-55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77B"/>
                </a:solidFill>
                <a:latin typeface="Times New Roman"/>
                <a:cs typeface="Times New Roman"/>
              </a:rPr>
              <a:t>VISVESVARAYA </a:t>
            </a:r>
            <a:r>
              <a:rPr dirty="0" sz="1800" b="1">
                <a:solidFill>
                  <a:srgbClr val="1F477B"/>
                </a:solidFill>
                <a:latin typeface="Times New Roman"/>
                <a:cs typeface="Times New Roman"/>
              </a:rPr>
              <a:t>TECHNOLOGICAL</a:t>
            </a:r>
            <a:r>
              <a:rPr dirty="0" sz="1800" spc="-6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F477B"/>
                </a:solidFill>
                <a:latin typeface="Times New Roman"/>
                <a:cs typeface="Times New Roman"/>
              </a:rPr>
              <a:t>UNIVERSITY,</a:t>
            </a:r>
            <a:r>
              <a:rPr dirty="0" sz="1800" spc="-50" b="1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F477B"/>
                </a:solidFill>
                <a:latin typeface="Times New Roman"/>
                <a:cs typeface="Times New Roman"/>
              </a:rPr>
              <a:t>BELAGAVI)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2968498" y="3322065"/>
            <a:ext cx="3073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Department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Science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[AI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ML]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2752089" y="4458970"/>
            <a:ext cx="7028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0" b="1">
                <a:solidFill>
                  <a:srgbClr val="002C5A"/>
                </a:solidFill>
                <a:latin typeface="Times New Roman"/>
                <a:cs typeface="Times New Roman"/>
              </a:rPr>
              <a:t>MULTI-</a:t>
            </a:r>
            <a:r>
              <a:rPr dirty="0" sz="3200" b="1">
                <a:solidFill>
                  <a:srgbClr val="002C5A"/>
                </a:solidFill>
                <a:latin typeface="Times New Roman"/>
                <a:cs typeface="Times New Roman"/>
              </a:rPr>
              <a:t>AGENT</a:t>
            </a:r>
            <a:r>
              <a:rPr dirty="0" sz="3200" spc="-5" b="1">
                <a:solidFill>
                  <a:srgbClr val="002C5A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2C5A"/>
                </a:solidFill>
                <a:latin typeface="Times New Roman"/>
                <a:cs typeface="Times New Roman"/>
              </a:rPr>
              <a:t>STARTUP</a:t>
            </a:r>
            <a:r>
              <a:rPr dirty="0" sz="3200" spc="15" b="1">
                <a:solidFill>
                  <a:srgbClr val="002C5A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2C5A"/>
                </a:solidFill>
                <a:latin typeface="Times New Roman"/>
                <a:cs typeface="Times New Roman"/>
              </a:rPr>
              <a:t>ANALYST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910844" y="5212207"/>
            <a:ext cx="8404225" cy="218821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107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ABSTARCT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9600"/>
              </a:lnSpc>
              <a:spcBef>
                <a:spcPts val="980"/>
              </a:spcBef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introduces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Multi-</a:t>
            </a:r>
            <a:r>
              <a:rPr dirty="0" sz="1800">
                <a:latin typeface="Times New Roman"/>
                <a:cs typeface="Times New Roman"/>
              </a:rPr>
              <a:t>Agent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Startup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Financial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Analyser,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AI-</a:t>
            </a:r>
            <a:r>
              <a:rPr dirty="0" sz="1800">
                <a:latin typeface="Times New Roman"/>
                <a:cs typeface="Times New Roman"/>
              </a:rPr>
              <a:t>powered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platform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startup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evaluation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specialized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LLM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agents.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Built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React,</a:t>
            </a:r>
            <a:r>
              <a:rPr dirty="0" sz="1800" spc="5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Node.js,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Postgres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SQL,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LangChain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GPT-4o-</a:t>
            </a:r>
            <a:r>
              <a:rPr dirty="0" sz="1800">
                <a:latin typeface="Times New Roman"/>
                <a:cs typeface="Times New Roman"/>
              </a:rPr>
              <a:t>mini,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financial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analysis,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SWOT </a:t>
            </a:r>
            <a:r>
              <a:rPr dirty="0" sz="1800">
                <a:latin typeface="Times New Roman"/>
                <a:cs typeface="Times New Roman"/>
              </a:rPr>
              <a:t>assessment,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competitor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benchmarking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VC-style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scoring,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professional </a:t>
            </a:r>
            <a:r>
              <a:rPr dirty="0" sz="1800">
                <a:latin typeface="Times New Roman"/>
                <a:cs typeface="Times New Roman"/>
              </a:rPr>
              <a:t>investment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reports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faster,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data-</a:t>
            </a:r>
            <a:r>
              <a:rPr dirty="0" sz="1800">
                <a:latin typeface="Times New Roman"/>
                <a:cs typeface="Times New Roman"/>
              </a:rPr>
              <a:t>driven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startup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investment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decisions.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136700" y="7818246"/>
            <a:ext cx="1202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7411593" y="7818246"/>
            <a:ext cx="816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322577" y="11809857"/>
            <a:ext cx="2109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18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8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FLOWCHART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023619" y="14652497"/>
            <a:ext cx="876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3738498" y="14652497"/>
            <a:ext cx="580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9274302" y="14652497"/>
            <a:ext cx="418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SDG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686816" y="17025723"/>
            <a:ext cx="1713864" cy="8578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3825" marR="5080" indent="-111760">
              <a:lnSpc>
                <a:spcPct val="107400"/>
              </a:lnSpc>
              <a:spcBef>
                <a:spcPts val="254"/>
              </a:spcBef>
            </a:pPr>
            <a:r>
              <a:rPr dirty="0" sz="1400" spc="-10" b="1">
                <a:latin typeface="Times New Roman"/>
                <a:cs typeface="Times New Roman"/>
              </a:rPr>
              <a:t>Mr.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Chethan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kumar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V </a:t>
            </a:r>
            <a:r>
              <a:rPr dirty="0" sz="1200">
                <a:latin typeface="Times New Roman"/>
                <a:cs typeface="Times New Roman"/>
              </a:rPr>
              <a:t>Assistant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Proffessor, Dept.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CSE(AI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&amp;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ML)</a:t>
            </a:r>
            <a:endParaRPr sz="1200">
              <a:latin typeface="Times New Roman"/>
              <a:cs typeface="Times New Roman"/>
            </a:endParaRPr>
          </a:p>
          <a:p>
            <a:pPr marL="32512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latin typeface="Times New Roman"/>
                <a:cs typeface="Times New Roman"/>
              </a:rPr>
              <a:t>PESCE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Mandya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2933445" y="16903700"/>
            <a:ext cx="10521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Chandan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2977642" y="17330419"/>
            <a:ext cx="954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4PS22CI003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4212463" y="16903700"/>
            <a:ext cx="1002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Likhitha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4212463" y="17330419"/>
            <a:ext cx="954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4PS22CI023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430139" y="16903700"/>
            <a:ext cx="9531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Sushma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5430139" y="17330419"/>
            <a:ext cx="954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4PS22CI051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6681596" y="16899128"/>
            <a:ext cx="886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Pavan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tej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6641972" y="17330419"/>
            <a:ext cx="954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4PS22CI036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8355330" y="16481552"/>
            <a:ext cx="928369" cy="1088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SDG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70"/>
              </a:lnSpc>
              <a:spcBef>
                <a:spcPts val="65"/>
              </a:spcBef>
            </a:pPr>
            <a:r>
              <a:rPr dirty="0" sz="1400" spc="-10">
                <a:latin typeface="Times New Roman"/>
                <a:cs typeface="Times New Roman"/>
              </a:rPr>
              <a:t>Decent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work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Economic Growth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9525761" y="16480028"/>
            <a:ext cx="978535" cy="1090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SDG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9: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99500"/>
              </a:lnSpc>
              <a:spcBef>
                <a:spcPts val="10"/>
              </a:spcBef>
            </a:pPr>
            <a:r>
              <a:rPr dirty="0" sz="1400" spc="-10">
                <a:latin typeface="Times New Roman"/>
                <a:cs typeface="Times New Roman"/>
              </a:rPr>
              <a:t>Industry, Innovation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20">
                <a:latin typeface="Times New Roman"/>
                <a:cs typeface="Times New Roman"/>
              </a:rPr>
              <a:t>Infrastructure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10734547" y="16480028"/>
            <a:ext cx="842010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SDG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10: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70"/>
              </a:lnSpc>
              <a:spcBef>
                <a:spcPts val="65"/>
              </a:spcBef>
            </a:pPr>
            <a:r>
              <a:rPr dirty="0" sz="1400" spc="-10">
                <a:latin typeface="Times New Roman"/>
                <a:cs typeface="Times New Roman"/>
              </a:rPr>
              <a:t>Reduced </a:t>
            </a:r>
            <a:r>
              <a:rPr dirty="0" sz="1400" spc="-20">
                <a:latin typeface="Times New Roman"/>
                <a:cs typeface="Times New Roman"/>
              </a:rPr>
              <a:t>Inequalities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2026-05-18T07:11:42Z</dcterms:created>
  <dcterms:modified xsi:type="dcterms:W3CDTF">2026-05-18T07:11:42Z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LastSaved">
    <vt:filetime>2026-05-18T00:00:00Z</vt:filetime>
  </property>
  <property fmtid="{D5CDD505-2E9C-101B-9397-08002B2CF9AE}" pid="4" name="Producer">
    <vt:lpwstr>iLovePDF</vt:lpwstr>
  </property>
</Properties>
</file>